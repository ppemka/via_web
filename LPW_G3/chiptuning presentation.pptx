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4" r:id="rId10"/>
    <p:sldId id="266" r:id="rId11"/>
    <p:sldId id="265" r:id="rId12"/>
    <p:sldId id="268" r:id="rId13"/>
    <p:sldId id="273" r:id="rId14"/>
    <p:sldId id="276" r:id="rId15"/>
    <p:sldId id="274" r:id="rId16"/>
    <p:sldId id="275" r:id="rId17"/>
    <p:sldId id="278" r:id="rId18"/>
    <p:sldId id="277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BC4CC8-8E91-4F1F-B35A-E8F9A40F248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61AD1A9-6C1D-49BA-A111-A0E94B5B38E2}">
      <dgm:prSet/>
      <dgm:spPr/>
      <dgm:t>
        <a:bodyPr/>
        <a:lstStyle/>
        <a:p>
          <a:r>
            <a:rPr lang="en-US" b="1" i="0" baseline="0" noProof="1"/>
            <a:t>Car enthusiasts</a:t>
          </a:r>
          <a:r>
            <a:rPr lang="en-US" b="0" i="0" baseline="0" noProof="1"/>
            <a:t> looking to enhance their vehicle's performance through software optimization.</a:t>
          </a:r>
          <a:endParaRPr lang="en-US" noProof="1"/>
        </a:p>
      </dgm:t>
    </dgm:pt>
    <dgm:pt modelId="{172EB9D2-4E5C-4D07-BA72-663F69D7BB18}" type="parTrans" cxnId="{351D5063-8C4E-48C7-B4AE-F7BD2A96F0AD}">
      <dgm:prSet/>
      <dgm:spPr/>
      <dgm:t>
        <a:bodyPr/>
        <a:lstStyle/>
        <a:p>
          <a:endParaRPr lang="en-US"/>
        </a:p>
      </dgm:t>
    </dgm:pt>
    <dgm:pt modelId="{E08A963B-1FE9-4039-A81D-4A36E7983684}" type="sibTrans" cxnId="{351D5063-8C4E-48C7-B4AE-F7BD2A96F0AD}">
      <dgm:prSet/>
      <dgm:spPr/>
      <dgm:t>
        <a:bodyPr/>
        <a:lstStyle/>
        <a:p>
          <a:endParaRPr lang="en-US" noProof="1"/>
        </a:p>
      </dgm:t>
    </dgm:pt>
    <dgm:pt modelId="{5754C1B9-C896-4F87-840E-DD21D282B017}">
      <dgm:prSet/>
      <dgm:spPr/>
      <dgm:t>
        <a:bodyPr/>
        <a:lstStyle/>
        <a:p>
          <a:r>
            <a:rPr lang="en-US" b="0" i="0" baseline="0" noProof="1"/>
            <a:t>Vehicle owners seeking better fuel efficiency or more horsepower.</a:t>
          </a:r>
          <a:endParaRPr lang="en-US" noProof="1"/>
        </a:p>
      </dgm:t>
    </dgm:pt>
    <dgm:pt modelId="{72D7F4FA-DC16-43ED-BA04-109192C39F04}" type="parTrans" cxnId="{037E2A1E-0306-4211-A7EE-1B2ABB2A2493}">
      <dgm:prSet/>
      <dgm:spPr/>
      <dgm:t>
        <a:bodyPr/>
        <a:lstStyle/>
        <a:p>
          <a:endParaRPr lang="en-US"/>
        </a:p>
      </dgm:t>
    </dgm:pt>
    <dgm:pt modelId="{AE964CE0-0EBD-4A98-B376-A0C308F6DFAF}" type="sibTrans" cxnId="{037E2A1E-0306-4211-A7EE-1B2ABB2A2493}">
      <dgm:prSet/>
      <dgm:spPr/>
      <dgm:t>
        <a:bodyPr/>
        <a:lstStyle/>
        <a:p>
          <a:endParaRPr lang="en-US" noProof="1"/>
        </a:p>
      </dgm:t>
    </dgm:pt>
    <dgm:pt modelId="{64739411-A197-4337-A93A-61D27ACA0E58}">
      <dgm:prSet/>
      <dgm:spPr/>
      <dgm:t>
        <a:bodyPr/>
        <a:lstStyle/>
        <a:p>
          <a:r>
            <a:rPr lang="en-US" b="0" i="0" baseline="0" noProof="1"/>
            <a:t>Automotive professionals who may partner with or refer clients to ProTune.</a:t>
          </a:r>
          <a:endParaRPr lang="en-US" noProof="1"/>
        </a:p>
      </dgm:t>
    </dgm:pt>
    <dgm:pt modelId="{6F33EA86-EE40-4EDD-B565-98B674AA91E4}" type="parTrans" cxnId="{60FB5D26-37EC-4710-A2C4-0DBFEA0E8DA6}">
      <dgm:prSet/>
      <dgm:spPr/>
      <dgm:t>
        <a:bodyPr/>
        <a:lstStyle/>
        <a:p>
          <a:endParaRPr lang="en-US"/>
        </a:p>
      </dgm:t>
    </dgm:pt>
    <dgm:pt modelId="{D2E9BA5E-DE5A-421D-909E-278056F17E04}" type="sibTrans" cxnId="{60FB5D26-37EC-4710-A2C4-0DBFEA0E8DA6}">
      <dgm:prSet/>
      <dgm:spPr/>
      <dgm:t>
        <a:bodyPr/>
        <a:lstStyle/>
        <a:p>
          <a:endParaRPr lang="en-US"/>
        </a:p>
      </dgm:t>
    </dgm:pt>
    <dgm:pt modelId="{FC7B606C-A16F-4A34-AD2D-C96001154197}" type="pres">
      <dgm:prSet presAssocID="{49BC4CC8-8E91-4F1F-B35A-E8F9A40F2483}" presName="outerComposite" presStyleCnt="0">
        <dgm:presLayoutVars>
          <dgm:chMax val="5"/>
          <dgm:dir/>
          <dgm:resizeHandles val="exact"/>
        </dgm:presLayoutVars>
      </dgm:prSet>
      <dgm:spPr/>
    </dgm:pt>
    <dgm:pt modelId="{52F8F827-5EEF-4DDE-AEA5-8961FB98F162}" type="pres">
      <dgm:prSet presAssocID="{49BC4CC8-8E91-4F1F-B35A-E8F9A40F2483}" presName="dummyMaxCanvas" presStyleCnt="0">
        <dgm:presLayoutVars/>
      </dgm:prSet>
      <dgm:spPr/>
    </dgm:pt>
    <dgm:pt modelId="{43F5F7F1-1AE3-41AA-B30D-C3F87EA44A92}" type="pres">
      <dgm:prSet presAssocID="{49BC4CC8-8E91-4F1F-B35A-E8F9A40F2483}" presName="ThreeNodes_1" presStyleLbl="node1" presStyleIdx="0" presStyleCnt="3">
        <dgm:presLayoutVars>
          <dgm:bulletEnabled val="1"/>
        </dgm:presLayoutVars>
      </dgm:prSet>
      <dgm:spPr/>
    </dgm:pt>
    <dgm:pt modelId="{C999BB72-78DD-4884-944F-7F5AAD3159DD}" type="pres">
      <dgm:prSet presAssocID="{49BC4CC8-8E91-4F1F-B35A-E8F9A40F2483}" presName="ThreeNodes_2" presStyleLbl="node1" presStyleIdx="1" presStyleCnt="3">
        <dgm:presLayoutVars>
          <dgm:bulletEnabled val="1"/>
        </dgm:presLayoutVars>
      </dgm:prSet>
      <dgm:spPr/>
    </dgm:pt>
    <dgm:pt modelId="{40A8FB5F-5447-4E25-865F-B00121FEBE92}" type="pres">
      <dgm:prSet presAssocID="{49BC4CC8-8E91-4F1F-B35A-E8F9A40F2483}" presName="ThreeNodes_3" presStyleLbl="node1" presStyleIdx="2" presStyleCnt="3">
        <dgm:presLayoutVars>
          <dgm:bulletEnabled val="1"/>
        </dgm:presLayoutVars>
      </dgm:prSet>
      <dgm:spPr/>
    </dgm:pt>
    <dgm:pt modelId="{B562CA49-575C-4AF3-85B2-267DA11604BF}" type="pres">
      <dgm:prSet presAssocID="{49BC4CC8-8E91-4F1F-B35A-E8F9A40F2483}" presName="ThreeConn_1-2" presStyleLbl="fgAccFollowNode1" presStyleIdx="0" presStyleCnt="2">
        <dgm:presLayoutVars>
          <dgm:bulletEnabled val="1"/>
        </dgm:presLayoutVars>
      </dgm:prSet>
      <dgm:spPr/>
    </dgm:pt>
    <dgm:pt modelId="{C7AFF9A5-0A90-40F8-BAB0-A36164387518}" type="pres">
      <dgm:prSet presAssocID="{49BC4CC8-8E91-4F1F-B35A-E8F9A40F2483}" presName="ThreeConn_2-3" presStyleLbl="fgAccFollowNode1" presStyleIdx="1" presStyleCnt="2">
        <dgm:presLayoutVars>
          <dgm:bulletEnabled val="1"/>
        </dgm:presLayoutVars>
      </dgm:prSet>
      <dgm:spPr/>
    </dgm:pt>
    <dgm:pt modelId="{98C95AD6-BCEA-44B9-8E0C-96C2E6DF519C}" type="pres">
      <dgm:prSet presAssocID="{49BC4CC8-8E91-4F1F-B35A-E8F9A40F2483}" presName="ThreeNodes_1_text" presStyleLbl="node1" presStyleIdx="2" presStyleCnt="3">
        <dgm:presLayoutVars>
          <dgm:bulletEnabled val="1"/>
        </dgm:presLayoutVars>
      </dgm:prSet>
      <dgm:spPr/>
    </dgm:pt>
    <dgm:pt modelId="{8F74416B-9F50-45F1-84D6-A10C7B877686}" type="pres">
      <dgm:prSet presAssocID="{49BC4CC8-8E91-4F1F-B35A-E8F9A40F2483}" presName="ThreeNodes_2_text" presStyleLbl="node1" presStyleIdx="2" presStyleCnt="3">
        <dgm:presLayoutVars>
          <dgm:bulletEnabled val="1"/>
        </dgm:presLayoutVars>
      </dgm:prSet>
      <dgm:spPr/>
    </dgm:pt>
    <dgm:pt modelId="{CCE0EAF1-634A-46CE-BC85-4442F7DDCA01}" type="pres">
      <dgm:prSet presAssocID="{49BC4CC8-8E91-4F1F-B35A-E8F9A40F248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EED0F19-B301-42E1-9BF0-5F45346DC962}" type="presOf" srcId="{5754C1B9-C896-4F87-840E-DD21D282B017}" destId="{8F74416B-9F50-45F1-84D6-A10C7B877686}" srcOrd="1" destOrd="0" presId="urn:microsoft.com/office/officeart/2005/8/layout/vProcess5"/>
    <dgm:cxn modelId="{037E2A1E-0306-4211-A7EE-1B2ABB2A2493}" srcId="{49BC4CC8-8E91-4F1F-B35A-E8F9A40F2483}" destId="{5754C1B9-C896-4F87-840E-DD21D282B017}" srcOrd="1" destOrd="0" parTransId="{72D7F4FA-DC16-43ED-BA04-109192C39F04}" sibTransId="{AE964CE0-0EBD-4A98-B376-A0C308F6DFAF}"/>
    <dgm:cxn modelId="{6373F922-AAC9-44D2-B03F-D14FFF03BC46}" type="presOf" srcId="{E08A963B-1FE9-4039-A81D-4A36E7983684}" destId="{B562CA49-575C-4AF3-85B2-267DA11604BF}" srcOrd="0" destOrd="0" presId="urn:microsoft.com/office/officeart/2005/8/layout/vProcess5"/>
    <dgm:cxn modelId="{60FB5D26-37EC-4710-A2C4-0DBFEA0E8DA6}" srcId="{49BC4CC8-8E91-4F1F-B35A-E8F9A40F2483}" destId="{64739411-A197-4337-A93A-61D27ACA0E58}" srcOrd="2" destOrd="0" parTransId="{6F33EA86-EE40-4EDD-B565-98B674AA91E4}" sibTransId="{D2E9BA5E-DE5A-421D-909E-278056F17E04}"/>
    <dgm:cxn modelId="{9EB90D3C-CABC-4934-B3DA-5E5CBF9CCFF7}" type="presOf" srcId="{5754C1B9-C896-4F87-840E-DD21D282B017}" destId="{C999BB72-78DD-4884-944F-7F5AAD3159DD}" srcOrd="0" destOrd="0" presId="urn:microsoft.com/office/officeart/2005/8/layout/vProcess5"/>
    <dgm:cxn modelId="{C2BEB45E-D4FF-4E38-9384-70C006A0B020}" type="presOf" srcId="{49BC4CC8-8E91-4F1F-B35A-E8F9A40F2483}" destId="{FC7B606C-A16F-4A34-AD2D-C96001154197}" srcOrd="0" destOrd="0" presId="urn:microsoft.com/office/officeart/2005/8/layout/vProcess5"/>
    <dgm:cxn modelId="{351D5063-8C4E-48C7-B4AE-F7BD2A96F0AD}" srcId="{49BC4CC8-8E91-4F1F-B35A-E8F9A40F2483}" destId="{361AD1A9-6C1D-49BA-A111-A0E94B5B38E2}" srcOrd="0" destOrd="0" parTransId="{172EB9D2-4E5C-4D07-BA72-663F69D7BB18}" sibTransId="{E08A963B-1FE9-4039-A81D-4A36E7983684}"/>
    <dgm:cxn modelId="{CF2A7F4D-C564-4685-AC62-6CD035EB2C2D}" type="presOf" srcId="{361AD1A9-6C1D-49BA-A111-A0E94B5B38E2}" destId="{43F5F7F1-1AE3-41AA-B30D-C3F87EA44A92}" srcOrd="0" destOrd="0" presId="urn:microsoft.com/office/officeart/2005/8/layout/vProcess5"/>
    <dgm:cxn modelId="{4E764F5A-721C-4B76-B55D-C506FEA2C240}" type="presOf" srcId="{64739411-A197-4337-A93A-61D27ACA0E58}" destId="{CCE0EAF1-634A-46CE-BC85-4442F7DDCA01}" srcOrd="1" destOrd="0" presId="urn:microsoft.com/office/officeart/2005/8/layout/vProcess5"/>
    <dgm:cxn modelId="{B8C3E3BA-0A1E-41A9-BE37-DA86A80B9555}" type="presOf" srcId="{361AD1A9-6C1D-49BA-A111-A0E94B5B38E2}" destId="{98C95AD6-BCEA-44B9-8E0C-96C2E6DF519C}" srcOrd="1" destOrd="0" presId="urn:microsoft.com/office/officeart/2005/8/layout/vProcess5"/>
    <dgm:cxn modelId="{FA803DCD-18F4-4829-9E80-1531943A94C2}" type="presOf" srcId="{AE964CE0-0EBD-4A98-B376-A0C308F6DFAF}" destId="{C7AFF9A5-0A90-40F8-BAB0-A36164387518}" srcOrd="0" destOrd="0" presId="urn:microsoft.com/office/officeart/2005/8/layout/vProcess5"/>
    <dgm:cxn modelId="{31789AFF-F7E3-467E-8670-47C853D3B335}" type="presOf" srcId="{64739411-A197-4337-A93A-61D27ACA0E58}" destId="{40A8FB5F-5447-4E25-865F-B00121FEBE92}" srcOrd="0" destOrd="0" presId="urn:microsoft.com/office/officeart/2005/8/layout/vProcess5"/>
    <dgm:cxn modelId="{7B167BAF-1928-43F1-9748-F6179D2EDA7F}" type="presParOf" srcId="{FC7B606C-A16F-4A34-AD2D-C96001154197}" destId="{52F8F827-5EEF-4DDE-AEA5-8961FB98F162}" srcOrd="0" destOrd="0" presId="urn:microsoft.com/office/officeart/2005/8/layout/vProcess5"/>
    <dgm:cxn modelId="{DC32DEF7-A105-45C1-A31E-F3FB59C22674}" type="presParOf" srcId="{FC7B606C-A16F-4A34-AD2D-C96001154197}" destId="{43F5F7F1-1AE3-41AA-B30D-C3F87EA44A92}" srcOrd="1" destOrd="0" presId="urn:microsoft.com/office/officeart/2005/8/layout/vProcess5"/>
    <dgm:cxn modelId="{D152F7E3-19D3-4469-AA98-573ED7538BA4}" type="presParOf" srcId="{FC7B606C-A16F-4A34-AD2D-C96001154197}" destId="{C999BB72-78DD-4884-944F-7F5AAD3159DD}" srcOrd="2" destOrd="0" presId="urn:microsoft.com/office/officeart/2005/8/layout/vProcess5"/>
    <dgm:cxn modelId="{18720FA9-067B-48D4-91F7-F8EBA48F73D7}" type="presParOf" srcId="{FC7B606C-A16F-4A34-AD2D-C96001154197}" destId="{40A8FB5F-5447-4E25-865F-B00121FEBE92}" srcOrd="3" destOrd="0" presId="urn:microsoft.com/office/officeart/2005/8/layout/vProcess5"/>
    <dgm:cxn modelId="{607F3B2D-F9C3-4412-9E61-C574A125295B}" type="presParOf" srcId="{FC7B606C-A16F-4A34-AD2D-C96001154197}" destId="{B562CA49-575C-4AF3-85B2-267DA11604BF}" srcOrd="4" destOrd="0" presId="urn:microsoft.com/office/officeart/2005/8/layout/vProcess5"/>
    <dgm:cxn modelId="{6E1016A6-301C-436C-8AC7-BC741FC12C4E}" type="presParOf" srcId="{FC7B606C-A16F-4A34-AD2D-C96001154197}" destId="{C7AFF9A5-0A90-40F8-BAB0-A36164387518}" srcOrd="5" destOrd="0" presId="urn:microsoft.com/office/officeart/2005/8/layout/vProcess5"/>
    <dgm:cxn modelId="{C685C4E9-7D9C-4508-83E9-7E58C97BDED4}" type="presParOf" srcId="{FC7B606C-A16F-4A34-AD2D-C96001154197}" destId="{98C95AD6-BCEA-44B9-8E0C-96C2E6DF519C}" srcOrd="6" destOrd="0" presId="urn:microsoft.com/office/officeart/2005/8/layout/vProcess5"/>
    <dgm:cxn modelId="{6C46374E-A511-45F4-A00C-76D8F5315B9F}" type="presParOf" srcId="{FC7B606C-A16F-4A34-AD2D-C96001154197}" destId="{8F74416B-9F50-45F1-84D6-A10C7B877686}" srcOrd="7" destOrd="0" presId="urn:microsoft.com/office/officeart/2005/8/layout/vProcess5"/>
    <dgm:cxn modelId="{BF67E0C9-4A7D-4A12-9B55-0014AD60D95B}" type="presParOf" srcId="{FC7B606C-A16F-4A34-AD2D-C96001154197}" destId="{CCE0EAF1-634A-46CE-BC85-4442F7DDCA0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23970D-9148-49C9-83CF-8859B804E6A1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1EDBD6-31DB-4F1D-BC1A-943EE039505E}">
      <dgm:prSet/>
      <dgm:spPr/>
      <dgm:t>
        <a:bodyPr/>
        <a:lstStyle/>
        <a:p>
          <a:r>
            <a:rPr lang="en-US" noProof="1"/>
            <a:t>Deliver</a:t>
          </a:r>
        </a:p>
      </dgm:t>
    </dgm:pt>
    <dgm:pt modelId="{897317DA-6D93-4253-B2D5-529EA3C50672}" type="parTrans" cxnId="{6F280DD9-640B-4B33-A69E-ED460044FF0E}">
      <dgm:prSet/>
      <dgm:spPr/>
      <dgm:t>
        <a:bodyPr/>
        <a:lstStyle/>
        <a:p>
          <a:endParaRPr lang="en-US"/>
        </a:p>
      </dgm:t>
    </dgm:pt>
    <dgm:pt modelId="{13C72AE2-B5FC-4F49-8B1E-4837F264B370}" type="sibTrans" cxnId="{6F280DD9-640B-4B33-A69E-ED460044FF0E}">
      <dgm:prSet/>
      <dgm:spPr/>
      <dgm:t>
        <a:bodyPr/>
        <a:lstStyle/>
        <a:p>
          <a:endParaRPr lang="en-US"/>
        </a:p>
      </dgm:t>
    </dgm:pt>
    <dgm:pt modelId="{96F0F434-4AA6-4C95-9A10-77411AF95A07}">
      <dgm:prSet/>
      <dgm:spPr/>
      <dgm:t>
        <a:bodyPr/>
        <a:lstStyle/>
        <a:p>
          <a:r>
            <a:rPr lang="en-US" noProof="1"/>
            <a:t>Deliver a professional online presence for ProTune.</a:t>
          </a:r>
        </a:p>
      </dgm:t>
    </dgm:pt>
    <dgm:pt modelId="{E178E36D-9E44-43AA-A229-35F25BE6CB37}" type="parTrans" cxnId="{93B97D0D-C8B2-43C4-8BF3-8B7EE86588AE}">
      <dgm:prSet/>
      <dgm:spPr/>
      <dgm:t>
        <a:bodyPr/>
        <a:lstStyle/>
        <a:p>
          <a:endParaRPr lang="en-US"/>
        </a:p>
      </dgm:t>
    </dgm:pt>
    <dgm:pt modelId="{B7285718-E6F5-45BD-9FC1-AD5EC6EA248C}" type="sibTrans" cxnId="{93B97D0D-C8B2-43C4-8BF3-8B7EE86588AE}">
      <dgm:prSet/>
      <dgm:spPr/>
      <dgm:t>
        <a:bodyPr/>
        <a:lstStyle/>
        <a:p>
          <a:endParaRPr lang="en-US"/>
        </a:p>
      </dgm:t>
    </dgm:pt>
    <dgm:pt modelId="{E2AE86A8-CC44-4D95-92CA-7756466B4E83}">
      <dgm:prSet/>
      <dgm:spPr/>
      <dgm:t>
        <a:bodyPr/>
        <a:lstStyle/>
        <a:p>
          <a:r>
            <a:rPr lang="en-US" noProof="1"/>
            <a:t>Enable</a:t>
          </a:r>
        </a:p>
      </dgm:t>
    </dgm:pt>
    <dgm:pt modelId="{7A941F84-FD58-48DD-814F-185D6FF812B0}" type="parTrans" cxnId="{51FC9FCB-8E1B-4670-9C85-B7643B71DEBC}">
      <dgm:prSet/>
      <dgm:spPr/>
      <dgm:t>
        <a:bodyPr/>
        <a:lstStyle/>
        <a:p>
          <a:endParaRPr lang="en-US"/>
        </a:p>
      </dgm:t>
    </dgm:pt>
    <dgm:pt modelId="{AC570D56-15CB-4086-B6C7-3721F0BDD5BF}" type="sibTrans" cxnId="{51FC9FCB-8E1B-4670-9C85-B7643B71DEBC}">
      <dgm:prSet/>
      <dgm:spPr/>
      <dgm:t>
        <a:bodyPr/>
        <a:lstStyle/>
        <a:p>
          <a:endParaRPr lang="en-US"/>
        </a:p>
      </dgm:t>
    </dgm:pt>
    <dgm:pt modelId="{20800F98-5EBA-4D1C-883F-14D81F94C3B0}">
      <dgm:prSet/>
      <dgm:spPr/>
      <dgm:t>
        <a:bodyPr/>
        <a:lstStyle/>
        <a:p>
          <a:r>
            <a:rPr lang="en-US" noProof="1"/>
            <a:t>Enable smooth interaction between users and the service team.</a:t>
          </a:r>
        </a:p>
      </dgm:t>
    </dgm:pt>
    <dgm:pt modelId="{A9A2FF6B-42BA-4148-937D-2EC9787D6889}" type="parTrans" cxnId="{7E5A30DA-4706-48B9-B3B9-EED9584CD277}">
      <dgm:prSet/>
      <dgm:spPr/>
      <dgm:t>
        <a:bodyPr/>
        <a:lstStyle/>
        <a:p>
          <a:endParaRPr lang="en-US"/>
        </a:p>
      </dgm:t>
    </dgm:pt>
    <dgm:pt modelId="{35CC72DB-EFC8-40B9-8A17-40239E6CF81C}" type="sibTrans" cxnId="{7E5A30DA-4706-48B9-B3B9-EED9584CD277}">
      <dgm:prSet/>
      <dgm:spPr/>
      <dgm:t>
        <a:bodyPr/>
        <a:lstStyle/>
        <a:p>
          <a:endParaRPr lang="en-US"/>
        </a:p>
      </dgm:t>
    </dgm:pt>
    <dgm:pt modelId="{8DBD6AD6-27D5-4DBF-B962-19069E388FF4}">
      <dgm:prSet/>
      <dgm:spPr/>
      <dgm:t>
        <a:bodyPr/>
        <a:lstStyle/>
        <a:p>
          <a:r>
            <a:rPr lang="en-US" noProof="1"/>
            <a:t>Lay</a:t>
          </a:r>
        </a:p>
      </dgm:t>
    </dgm:pt>
    <dgm:pt modelId="{1F07B12A-3BAF-4161-81BC-34A6595B690C}" type="parTrans" cxnId="{113A2F7A-A5EE-4CDE-B330-3BF4BCE87F99}">
      <dgm:prSet/>
      <dgm:spPr/>
      <dgm:t>
        <a:bodyPr/>
        <a:lstStyle/>
        <a:p>
          <a:endParaRPr lang="en-US"/>
        </a:p>
      </dgm:t>
    </dgm:pt>
    <dgm:pt modelId="{23D5AF3A-EB8D-477E-A004-A025EC6B1DA5}" type="sibTrans" cxnId="{113A2F7A-A5EE-4CDE-B330-3BF4BCE87F99}">
      <dgm:prSet/>
      <dgm:spPr/>
      <dgm:t>
        <a:bodyPr/>
        <a:lstStyle/>
        <a:p>
          <a:endParaRPr lang="en-US"/>
        </a:p>
      </dgm:t>
    </dgm:pt>
    <dgm:pt modelId="{9C0CE13B-AE16-44BD-8414-D0C428555ABD}">
      <dgm:prSet/>
      <dgm:spPr/>
      <dgm:t>
        <a:bodyPr/>
        <a:lstStyle/>
        <a:p>
          <a:r>
            <a:rPr lang="en-US" noProof="1"/>
            <a:t>Lay the groundwork for future expansion, like payment integration or user-specific tuning recommendations.</a:t>
          </a:r>
        </a:p>
      </dgm:t>
    </dgm:pt>
    <dgm:pt modelId="{752D6AC4-8091-4B08-84C4-24FC70554653}" type="parTrans" cxnId="{DFAE01D6-D788-44D2-9CCE-345EB302A825}">
      <dgm:prSet/>
      <dgm:spPr/>
      <dgm:t>
        <a:bodyPr/>
        <a:lstStyle/>
        <a:p>
          <a:endParaRPr lang="en-US"/>
        </a:p>
      </dgm:t>
    </dgm:pt>
    <dgm:pt modelId="{5124DE46-1B2F-49F3-A0C8-A26045397652}" type="sibTrans" cxnId="{DFAE01D6-D788-44D2-9CCE-345EB302A825}">
      <dgm:prSet/>
      <dgm:spPr/>
      <dgm:t>
        <a:bodyPr/>
        <a:lstStyle/>
        <a:p>
          <a:endParaRPr lang="en-US"/>
        </a:p>
      </dgm:t>
    </dgm:pt>
    <dgm:pt modelId="{72C8B691-CB5C-4BED-A8AB-D933FA0BE3B2}" type="pres">
      <dgm:prSet presAssocID="{F923970D-9148-49C9-83CF-8859B804E6A1}" presName="Name0" presStyleCnt="0">
        <dgm:presLayoutVars>
          <dgm:dir/>
          <dgm:animLvl val="lvl"/>
          <dgm:resizeHandles val="exact"/>
        </dgm:presLayoutVars>
      </dgm:prSet>
      <dgm:spPr/>
    </dgm:pt>
    <dgm:pt modelId="{742D3C3F-89B1-45C3-ADE8-5CF03C844EEC}" type="pres">
      <dgm:prSet presAssocID="{5A1EDBD6-31DB-4F1D-BC1A-943EE039505E}" presName="linNode" presStyleCnt="0"/>
      <dgm:spPr/>
    </dgm:pt>
    <dgm:pt modelId="{02C5F4E5-8A0E-4888-83BB-A02A24685DED}" type="pres">
      <dgm:prSet presAssocID="{5A1EDBD6-31DB-4F1D-BC1A-943EE039505E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C196C421-9A55-4856-977F-1A8D5BE73610}" type="pres">
      <dgm:prSet presAssocID="{5A1EDBD6-31DB-4F1D-BC1A-943EE039505E}" presName="descendantText" presStyleLbl="alignAccFollowNode1" presStyleIdx="0" presStyleCnt="3">
        <dgm:presLayoutVars>
          <dgm:bulletEnabled/>
        </dgm:presLayoutVars>
      </dgm:prSet>
      <dgm:spPr/>
    </dgm:pt>
    <dgm:pt modelId="{6F98B5EE-1E4B-4A7D-8321-04E2142BA9AF}" type="pres">
      <dgm:prSet presAssocID="{13C72AE2-B5FC-4F49-8B1E-4837F264B370}" presName="sp" presStyleCnt="0"/>
      <dgm:spPr/>
    </dgm:pt>
    <dgm:pt modelId="{EEB5EBAF-9347-44A3-92F9-F4274895A658}" type="pres">
      <dgm:prSet presAssocID="{E2AE86A8-CC44-4D95-92CA-7756466B4E83}" presName="linNode" presStyleCnt="0"/>
      <dgm:spPr/>
    </dgm:pt>
    <dgm:pt modelId="{06EF3B7F-95FC-4679-A3E7-2E8D627106A7}" type="pres">
      <dgm:prSet presAssocID="{E2AE86A8-CC44-4D95-92CA-7756466B4E83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9B2CF64E-BABA-4964-80D8-840CC7CC0D65}" type="pres">
      <dgm:prSet presAssocID="{E2AE86A8-CC44-4D95-92CA-7756466B4E83}" presName="descendantText" presStyleLbl="alignAccFollowNode1" presStyleIdx="1" presStyleCnt="3">
        <dgm:presLayoutVars>
          <dgm:bulletEnabled/>
        </dgm:presLayoutVars>
      </dgm:prSet>
      <dgm:spPr/>
    </dgm:pt>
    <dgm:pt modelId="{BD0DD380-6C71-489A-BF6D-1457AB21BFA0}" type="pres">
      <dgm:prSet presAssocID="{AC570D56-15CB-4086-B6C7-3721F0BDD5BF}" presName="sp" presStyleCnt="0"/>
      <dgm:spPr/>
    </dgm:pt>
    <dgm:pt modelId="{E9D5B0F0-A0A4-4C49-B227-847498AF7918}" type="pres">
      <dgm:prSet presAssocID="{8DBD6AD6-27D5-4DBF-B962-19069E388FF4}" presName="linNode" presStyleCnt="0"/>
      <dgm:spPr/>
    </dgm:pt>
    <dgm:pt modelId="{6AC3027A-7502-4818-BA66-9FA85A78119C}" type="pres">
      <dgm:prSet presAssocID="{8DBD6AD6-27D5-4DBF-B962-19069E388FF4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6749191B-AC60-4DCC-A756-E68DAA52BDD5}" type="pres">
      <dgm:prSet presAssocID="{8DBD6AD6-27D5-4DBF-B962-19069E388FF4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CB20680A-5D9F-4ECA-B48F-A58827D53F24}" type="presOf" srcId="{8DBD6AD6-27D5-4DBF-B962-19069E388FF4}" destId="{6AC3027A-7502-4818-BA66-9FA85A78119C}" srcOrd="0" destOrd="0" presId="urn:microsoft.com/office/officeart/2016/7/layout/VerticalSolidActionList"/>
    <dgm:cxn modelId="{93B97D0D-C8B2-43C4-8BF3-8B7EE86588AE}" srcId="{5A1EDBD6-31DB-4F1D-BC1A-943EE039505E}" destId="{96F0F434-4AA6-4C95-9A10-77411AF95A07}" srcOrd="0" destOrd="0" parTransId="{E178E36D-9E44-43AA-A229-35F25BE6CB37}" sibTransId="{B7285718-E6F5-45BD-9FC1-AD5EC6EA248C}"/>
    <dgm:cxn modelId="{A663EA20-B1E5-42B1-BFC6-FBCDB7083243}" type="presOf" srcId="{F923970D-9148-49C9-83CF-8859B804E6A1}" destId="{72C8B691-CB5C-4BED-A8AB-D933FA0BE3B2}" srcOrd="0" destOrd="0" presId="urn:microsoft.com/office/officeart/2016/7/layout/VerticalSolidActionList"/>
    <dgm:cxn modelId="{30F89C33-39B1-422F-BC4D-C83A7CED3BC2}" type="presOf" srcId="{9C0CE13B-AE16-44BD-8414-D0C428555ABD}" destId="{6749191B-AC60-4DCC-A756-E68DAA52BDD5}" srcOrd="0" destOrd="0" presId="urn:microsoft.com/office/officeart/2016/7/layout/VerticalSolidActionList"/>
    <dgm:cxn modelId="{31BAF852-DCA2-43A4-8D7F-50C37E5A48F0}" type="presOf" srcId="{5A1EDBD6-31DB-4F1D-BC1A-943EE039505E}" destId="{02C5F4E5-8A0E-4888-83BB-A02A24685DED}" srcOrd="0" destOrd="0" presId="urn:microsoft.com/office/officeart/2016/7/layout/VerticalSolidActionList"/>
    <dgm:cxn modelId="{47B2AB74-AD9C-48D7-B597-E8BA5EA78DAB}" type="presOf" srcId="{E2AE86A8-CC44-4D95-92CA-7756466B4E83}" destId="{06EF3B7F-95FC-4679-A3E7-2E8D627106A7}" srcOrd="0" destOrd="0" presId="urn:microsoft.com/office/officeart/2016/7/layout/VerticalSolidActionList"/>
    <dgm:cxn modelId="{113A2F7A-A5EE-4CDE-B330-3BF4BCE87F99}" srcId="{F923970D-9148-49C9-83CF-8859B804E6A1}" destId="{8DBD6AD6-27D5-4DBF-B962-19069E388FF4}" srcOrd="2" destOrd="0" parTransId="{1F07B12A-3BAF-4161-81BC-34A6595B690C}" sibTransId="{23D5AF3A-EB8D-477E-A004-A025EC6B1DA5}"/>
    <dgm:cxn modelId="{AE50BE7E-CFC4-4FB5-BDB6-33FC15D16B50}" type="presOf" srcId="{96F0F434-4AA6-4C95-9A10-77411AF95A07}" destId="{C196C421-9A55-4856-977F-1A8D5BE73610}" srcOrd="0" destOrd="0" presId="urn:microsoft.com/office/officeart/2016/7/layout/VerticalSolidActionList"/>
    <dgm:cxn modelId="{8DFB868D-2F69-42C0-B822-F1C61E07927C}" type="presOf" srcId="{20800F98-5EBA-4D1C-883F-14D81F94C3B0}" destId="{9B2CF64E-BABA-4964-80D8-840CC7CC0D65}" srcOrd="0" destOrd="0" presId="urn:microsoft.com/office/officeart/2016/7/layout/VerticalSolidActionList"/>
    <dgm:cxn modelId="{51FC9FCB-8E1B-4670-9C85-B7643B71DEBC}" srcId="{F923970D-9148-49C9-83CF-8859B804E6A1}" destId="{E2AE86A8-CC44-4D95-92CA-7756466B4E83}" srcOrd="1" destOrd="0" parTransId="{7A941F84-FD58-48DD-814F-185D6FF812B0}" sibTransId="{AC570D56-15CB-4086-B6C7-3721F0BDD5BF}"/>
    <dgm:cxn modelId="{DFAE01D6-D788-44D2-9CCE-345EB302A825}" srcId="{8DBD6AD6-27D5-4DBF-B962-19069E388FF4}" destId="{9C0CE13B-AE16-44BD-8414-D0C428555ABD}" srcOrd="0" destOrd="0" parTransId="{752D6AC4-8091-4B08-84C4-24FC70554653}" sibTransId="{5124DE46-1B2F-49F3-A0C8-A26045397652}"/>
    <dgm:cxn modelId="{6F280DD9-640B-4B33-A69E-ED460044FF0E}" srcId="{F923970D-9148-49C9-83CF-8859B804E6A1}" destId="{5A1EDBD6-31DB-4F1D-BC1A-943EE039505E}" srcOrd="0" destOrd="0" parTransId="{897317DA-6D93-4253-B2D5-529EA3C50672}" sibTransId="{13C72AE2-B5FC-4F49-8B1E-4837F264B370}"/>
    <dgm:cxn modelId="{7E5A30DA-4706-48B9-B3B9-EED9584CD277}" srcId="{E2AE86A8-CC44-4D95-92CA-7756466B4E83}" destId="{20800F98-5EBA-4D1C-883F-14D81F94C3B0}" srcOrd="0" destOrd="0" parTransId="{A9A2FF6B-42BA-4148-937D-2EC9787D6889}" sibTransId="{35CC72DB-EFC8-40B9-8A17-40239E6CF81C}"/>
    <dgm:cxn modelId="{0ED05870-D351-4693-B83A-42736CE9D07F}" type="presParOf" srcId="{72C8B691-CB5C-4BED-A8AB-D933FA0BE3B2}" destId="{742D3C3F-89B1-45C3-ADE8-5CF03C844EEC}" srcOrd="0" destOrd="0" presId="urn:microsoft.com/office/officeart/2016/7/layout/VerticalSolidActionList"/>
    <dgm:cxn modelId="{B7C41F63-224B-4AF0-A662-C39053DEC4A9}" type="presParOf" srcId="{742D3C3F-89B1-45C3-ADE8-5CF03C844EEC}" destId="{02C5F4E5-8A0E-4888-83BB-A02A24685DED}" srcOrd="0" destOrd="0" presId="urn:microsoft.com/office/officeart/2016/7/layout/VerticalSolidActionList"/>
    <dgm:cxn modelId="{95827D0B-529C-40F8-9A5B-FF2828112F9C}" type="presParOf" srcId="{742D3C3F-89B1-45C3-ADE8-5CF03C844EEC}" destId="{C196C421-9A55-4856-977F-1A8D5BE73610}" srcOrd="1" destOrd="0" presId="urn:microsoft.com/office/officeart/2016/7/layout/VerticalSolidActionList"/>
    <dgm:cxn modelId="{3740817F-6E2E-41F6-A994-BBAAB8C80E8A}" type="presParOf" srcId="{72C8B691-CB5C-4BED-A8AB-D933FA0BE3B2}" destId="{6F98B5EE-1E4B-4A7D-8321-04E2142BA9AF}" srcOrd="1" destOrd="0" presId="urn:microsoft.com/office/officeart/2016/7/layout/VerticalSolidActionList"/>
    <dgm:cxn modelId="{99D1B996-8FCA-4A91-8D59-180C7EDCC917}" type="presParOf" srcId="{72C8B691-CB5C-4BED-A8AB-D933FA0BE3B2}" destId="{EEB5EBAF-9347-44A3-92F9-F4274895A658}" srcOrd="2" destOrd="0" presId="urn:microsoft.com/office/officeart/2016/7/layout/VerticalSolidActionList"/>
    <dgm:cxn modelId="{B3D44DF3-878C-4BDB-9DDA-8A455C7FBE04}" type="presParOf" srcId="{EEB5EBAF-9347-44A3-92F9-F4274895A658}" destId="{06EF3B7F-95FC-4679-A3E7-2E8D627106A7}" srcOrd="0" destOrd="0" presId="urn:microsoft.com/office/officeart/2016/7/layout/VerticalSolidActionList"/>
    <dgm:cxn modelId="{69771BC9-0084-4429-8EC6-AE85BF673C59}" type="presParOf" srcId="{EEB5EBAF-9347-44A3-92F9-F4274895A658}" destId="{9B2CF64E-BABA-4964-80D8-840CC7CC0D65}" srcOrd="1" destOrd="0" presId="urn:microsoft.com/office/officeart/2016/7/layout/VerticalSolidActionList"/>
    <dgm:cxn modelId="{B7505C74-6292-40EE-B113-97E0CA823F65}" type="presParOf" srcId="{72C8B691-CB5C-4BED-A8AB-D933FA0BE3B2}" destId="{BD0DD380-6C71-489A-BF6D-1457AB21BFA0}" srcOrd="3" destOrd="0" presId="urn:microsoft.com/office/officeart/2016/7/layout/VerticalSolidActionList"/>
    <dgm:cxn modelId="{813FE6E5-00D0-4D56-9F69-BA7BBFEF77D8}" type="presParOf" srcId="{72C8B691-CB5C-4BED-A8AB-D933FA0BE3B2}" destId="{E9D5B0F0-A0A4-4C49-B227-847498AF7918}" srcOrd="4" destOrd="0" presId="urn:microsoft.com/office/officeart/2016/7/layout/VerticalSolidActionList"/>
    <dgm:cxn modelId="{5AB2589D-7B8A-41FB-938F-9876ACE6BA79}" type="presParOf" srcId="{E9D5B0F0-A0A4-4C49-B227-847498AF7918}" destId="{6AC3027A-7502-4818-BA66-9FA85A78119C}" srcOrd="0" destOrd="0" presId="urn:microsoft.com/office/officeart/2016/7/layout/VerticalSolidActionList"/>
    <dgm:cxn modelId="{35992A3B-62D8-4D47-8A0C-8433612608FA}" type="presParOf" srcId="{E9D5B0F0-A0A4-4C49-B227-847498AF7918}" destId="{6749191B-AC60-4DCC-A756-E68DAA52BDD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F5F7F1-1AE3-41AA-B30D-C3F87EA44A92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 noProof="1"/>
            <a:t>Car enthusiasts</a:t>
          </a:r>
          <a:r>
            <a:rPr lang="en-US" sz="2800" b="0" i="0" kern="1200" baseline="0" noProof="1"/>
            <a:t> looking to enhance their vehicle's performance through software optimization.</a:t>
          </a:r>
          <a:endParaRPr lang="en-US" sz="2800" kern="1200" noProof="1"/>
        </a:p>
      </dsp:txBody>
      <dsp:txXfrm>
        <a:off x="36841" y="36841"/>
        <a:ext cx="7931345" cy="1184159"/>
      </dsp:txXfrm>
    </dsp:sp>
    <dsp:sp modelId="{C999BB72-78DD-4884-944F-7F5AAD3159DD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noProof="1"/>
            <a:t>Vehicle owners seeking better fuel efficiency or more horsepower.</a:t>
          </a:r>
          <a:endParaRPr lang="en-US" sz="2800" kern="1200" noProof="1"/>
        </a:p>
      </dsp:txBody>
      <dsp:txXfrm>
        <a:off x="856428" y="1504322"/>
        <a:ext cx="7577788" cy="1184159"/>
      </dsp:txXfrm>
    </dsp:sp>
    <dsp:sp modelId="{40A8FB5F-5447-4E25-865F-B00121FEBE92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noProof="1"/>
            <a:t>Automotive professionals who may partner with or refer clients to ProTune.</a:t>
          </a:r>
          <a:endParaRPr lang="en-US" sz="2800" kern="1200" noProof="1"/>
        </a:p>
      </dsp:txBody>
      <dsp:txXfrm>
        <a:off x="1676015" y="2971804"/>
        <a:ext cx="7577788" cy="1184159"/>
      </dsp:txXfrm>
    </dsp:sp>
    <dsp:sp modelId="{B562CA49-575C-4AF3-85B2-267DA11604BF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 noProof="1"/>
        </a:p>
      </dsp:txBody>
      <dsp:txXfrm>
        <a:off x="8655016" y="953863"/>
        <a:ext cx="449678" cy="615241"/>
      </dsp:txXfrm>
    </dsp:sp>
    <dsp:sp modelId="{C7AFF9A5-0A90-40F8-BAB0-A36164387518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 noProof="1"/>
        </a:p>
      </dsp:txBody>
      <dsp:txXfrm>
        <a:off x="9474603" y="2412959"/>
        <a:ext cx="449678" cy="615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6C421-9A55-4856-977F-1A8D5BE73610}">
      <dsp:nvSpPr>
        <dsp:cNvPr id="0" name=""/>
        <dsp:cNvSpPr/>
      </dsp:nvSpPr>
      <dsp:spPr>
        <a:xfrm>
          <a:off x="1333366" y="1704"/>
          <a:ext cx="5333466" cy="174695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1"/>
            <a:t>Deliver a professional online presence for ProTune.</a:t>
          </a:r>
        </a:p>
      </dsp:txBody>
      <dsp:txXfrm>
        <a:off x="1333366" y="1704"/>
        <a:ext cx="5333466" cy="1746958"/>
      </dsp:txXfrm>
    </dsp:sp>
    <dsp:sp modelId="{02C5F4E5-8A0E-4888-83BB-A02A24685DED}">
      <dsp:nvSpPr>
        <dsp:cNvPr id="0" name=""/>
        <dsp:cNvSpPr/>
      </dsp:nvSpPr>
      <dsp:spPr>
        <a:xfrm>
          <a:off x="0" y="1704"/>
          <a:ext cx="1333366" cy="17469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1"/>
            <a:t>Deliver</a:t>
          </a:r>
        </a:p>
      </dsp:txBody>
      <dsp:txXfrm>
        <a:off x="0" y="1704"/>
        <a:ext cx="1333366" cy="1746958"/>
      </dsp:txXfrm>
    </dsp:sp>
    <dsp:sp modelId="{9B2CF64E-BABA-4964-80D8-840CC7CC0D65}">
      <dsp:nvSpPr>
        <dsp:cNvPr id="0" name=""/>
        <dsp:cNvSpPr/>
      </dsp:nvSpPr>
      <dsp:spPr>
        <a:xfrm>
          <a:off x="1333366" y="1853480"/>
          <a:ext cx="5333466" cy="1746958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1"/>
            <a:t>Enable smooth interaction between users and the service team.</a:t>
          </a:r>
        </a:p>
      </dsp:txBody>
      <dsp:txXfrm>
        <a:off x="1333366" y="1853480"/>
        <a:ext cx="5333466" cy="1746958"/>
      </dsp:txXfrm>
    </dsp:sp>
    <dsp:sp modelId="{06EF3B7F-95FC-4679-A3E7-2E8D627106A7}">
      <dsp:nvSpPr>
        <dsp:cNvPr id="0" name=""/>
        <dsp:cNvSpPr/>
      </dsp:nvSpPr>
      <dsp:spPr>
        <a:xfrm>
          <a:off x="0" y="1853480"/>
          <a:ext cx="1333366" cy="1746958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1"/>
            <a:t>Enable</a:t>
          </a:r>
        </a:p>
      </dsp:txBody>
      <dsp:txXfrm>
        <a:off x="0" y="1853480"/>
        <a:ext cx="1333366" cy="1746958"/>
      </dsp:txXfrm>
    </dsp:sp>
    <dsp:sp modelId="{6749191B-AC60-4DCC-A756-E68DAA52BDD5}">
      <dsp:nvSpPr>
        <dsp:cNvPr id="0" name=""/>
        <dsp:cNvSpPr/>
      </dsp:nvSpPr>
      <dsp:spPr>
        <a:xfrm>
          <a:off x="1333366" y="3705256"/>
          <a:ext cx="5333466" cy="1746958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1"/>
            <a:t>Lay the groundwork for future expansion, like payment integration or user-specific tuning recommendations.</a:t>
          </a:r>
        </a:p>
      </dsp:txBody>
      <dsp:txXfrm>
        <a:off x="1333366" y="3705256"/>
        <a:ext cx="5333466" cy="1746958"/>
      </dsp:txXfrm>
    </dsp:sp>
    <dsp:sp modelId="{6AC3027A-7502-4818-BA66-9FA85A78119C}">
      <dsp:nvSpPr>
        <dsp:cNvPr id="0" name=""/>
        <dsp:cNvSpPr/>
      </dsp:nvSpPr>
      <dsp:spPr>
        <a:xfrm>
          <a:off x="0" y="3705256"/>
          <a:ext cx="1333366" cy="1746958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noProof="1"/>
            <a:t>Lay</a:t>
          </a:r>
        </a:p>
      </dsp:txBody>
      <dsp:txXfrm>
        <a:off x="0" y="3705256"/>
        <a:ext cx="1333366" cy="1746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25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24575,'9'-1'0,"0"0"0,-1-1 0,1 1 0,15-6 0,24-5 0,-4 5 0,47-13 0,-51 10 0,68-8 0,4 4 0,-64 7 0,73-2 0,913 10 0,-982-3 0,51-9 0,-51 4 0,55 0 0,1192 8 0,-1262 4 0,-24 0 0,-22 1 0,-139 22 0,-278 15 0,164-22 0,-533 5 0,669-26 0,-27-13 0,15 0 0,-219-13 0,513 23 0,945-33 0,-1071 34 0,496-14 0,-1196 15 0,300 4 0,-296-3 0,534 6 0,94 2 0,38-8 0,0 0 0,0 0 0,-1 0 0,1 0 0,0 0 0,0 0 0,0 0 0,-1 0 0,1 0 0,0 1 0,0-1 0,-1 0 0,1 0 0,0 0 0,0 0 0,0 1 0,0-1 0,-1 0 0,1 0 0,0 0 0,0 1 0,0-1 0,0 0 0,0 0 0,0 0 0,-1 1 0,1-1 0,0 0 0,0 0 0,0 1 0,0-1 0,0 0 0,0 0 0,0 1 0,0-1 0,0 0 0,0 0 0,0 1 0,0-1 0,0 0 0,0 0 0,1 1 0,-1-1 0,0 0 0,0 0 0,0 0 0,0 1 0,0-1 0,0 0 0,1 0 0,-1 0 0,0 1 0,0-1 0,1 0 0,6 4 0,0 0 0,1-1 0,-1 0 0,1 0 0,0-1 0,11 2 0,330 56 14,15-29-180,-300-26 71,1226 44-1411,7-53 2663,-1265 3-1086,-749-12 483,162 0-583,186 11 29,682 0 0,0-15 0,396-72 0,-594 68 0,-99 12 0,-26 2 0,-32-1 0,-395-12 0,280 16 0,78 1 0,-176-2 0,220 10 0,35-5 0,0 1 0,-1-1 0,1 0 0,0 1 0,0-1 0,0 0 0,0 1 0,0-1 0,0 1 0,0-1 0,0 0 0,0 1 0,0-1 0,0 0 0,0 1 0,0-1 0,0 0 0,1 1 0,-1-1 0,0 0 0,0 0 0,0 1 0,0-1 0,1 0 0,-1 1 0,0-1 0,0 0 0,1 0 0,-1 1 0,0-1 0,0 0 0,1 0 0,-1 0 0,0 1 0,1-1 0,-1 0 0,0 0 0,1 0 0,-1 0 0,0 0 0,1 0 0,-1 0 0,0 0 0,1 0 0,66 25 0,47 1 0,177 17 0,119-17 0,-374-26 0,-36 0 0,0 0 0,0 0 0,0 0 0,0 0 0,0 0 0,0 0 0,0 0 0,0-1 0,0 1 0,0 0 0,0 0 0,0 0 0,0 0 0,0 0 0,0 0 0,0 0 0,0 0 0,0 0 0,0-1 0,0 1 0,0 0 0,0 0 0,0 0 0,0 0 0,0 0 0,0 0 0,0 0 0,-58-8 0,-315-24 0,-572-39 0,933 71 0,-6-1 0,37 1 0,1599 4 0,-1590-2 0,-40 3 0,-48 4 0,-360 1 0,154-8 0,232 3 0,34-5 0,0 0 0,0 0 0,0 0 0,-1 0 0,1 1 0,0-1 0,0 0 0,0 0 0,0 0 0,-1 0 0,1 0 0,0 0 0,0 0 0,0 1 0,0-1 0,0 0 0,-1 0 0,1 0 0,0 0 0,0 1 0,0-1 0,0 0 0,0 0 0,0 0 0,0 1 0,0-1 0,0 0 0,0 0 0,0 0 0,0 1 0,0-1 0,0 0 0,0 0 0,0 0 0,0 1 0,0-1 0,0 0 0,0 0 0,0 0 0,0 0 0,0 1 0,0-1 0,0 0 0,0 0 0,0 0 0,1 1 0,-1-1 0,0 0 0,0 0 0,0 0 0,0 0 0,0 0 0,1 0 0,-1 1 0,0-1 0,0 0 0,0 0 0,1 0 0,6 4 0,0 0 0,1-1 0,-1 0 0,1-1 0,12 3 0,84 17 0,1-4 0,110 3 0,221-8 0,-401-13 0,149 1 0,-161-1 0,-24 2 0,-38 3 0,23-4 0,-55 8-1365,-5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36.0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1044 231 24575,'60'16'0,"0"-3"0,1-3 0,78 3 0,-104-10 0,1133 25 0,-944-29 0,-73 0 0,1-6 0,-2-7 0,213-48 0,-229 27 0,-68 16 0,0 2 0,1 4 0,134-10 0,128 24 0,-577-12 0,-1051-31 0,974 44 0,-199-5 0,484-2 0,27 0 0,25 0 0,469-44 0,353 44-136,4 51-1043,-660-34 854,2810 112-2583,-871-124 1034,-843-4 7466,-676 30-4709,-124-1-936,-360-22 53,380-4 0,-346-11 0,103-4 0,997 17 0,-1243-1 0,0 0 0,0 0 0,0 0 0,0 0 0,0 1 0,0 0 0,0 0 0,0 0 0,0 1 0,-1 0 0,1 0 0,0 0 0,-1 0 0,5 4 0,-6-3 0,0 0 0,0 1 0,-1-1 0,0 1 0,1 0 0,-1 0 0,-1 0 0,1 0 0,0 0 0,-1 0 0,0 0 0,0 0 0,0 0 0,-1 1 0,1-1 0,-1 7 0,1-2 0,0 1 0,0 0 0,-1 0 0,-1 0 0,1 0 0,-2 0 0,1 0 0,-2 0 0,1 0 0,-1-1 0,0 1 0,-1-1 0,0 0 0,-1 0 0,0-1 0,0 1 0,-9 9 0,-6 6 0,-26 32 0,-51 80 0,84-114 0,1 1 0,0 1 0,2 0 0,1 0 0,1 1 0,0 0 0,-4 33 0,6 14 0,2 0 0,8 99 0,1-28 0,9 43 0,-1-7 0,-11-120 0,-5 139 0,2-190 0,-1-1 0,0 0 0,0 0 0,-1 0 0,0 0 0,0 0 0,-1 0 0,1-1 0,-1 0 0,-8 9 0,7-8 0,0 0 0,0 0 0,1 1 0,-1 0 0,2-1 0,-1 1 0,-3 16 0,3 3 0,1 0 0,2 1 0,2 36 0,1-37 0,-2 0 0,-1 0 0,-6 41 0,-3-16 0,9-39 0,0 0 0,-1 0 0,-1 0 0,0-1 0,0 0 0,-2 1 0,1-1 0,-2-1 0,1 1 0,-2-1 0,1 0 0,-2 0 0,-8 9 0,9-13 0,-6 6 0,0 0 0,0 0 0,2 1 0,-1 0 0,2 1 0,0 1 0,1-1 0,-14 34 0,12-15 0,-9 50 0,19-74 0,-1 1 0,1 0 0,1 0 0,0 0 0,0 0 0,1 0 0,1 0 0,4 19 0,-6-29 0,0-1 0,0 1 0,0-1 0,0 0 0,0 1 0,1-1 0,-1 1 0,0-1 0,0 1 0,0-1 0,0 0 0,0 1 0,0-1 0,1 0 0,-1 1 0,0-1 0,0 1 0,1-1 0,-1 0 0,0 1 0,1-1 0,-1 0 0,0 0 0,1 1 0,-1-1 0,0 0 0,1 0 0,-1 1 0,0-1 0,1 0 0,-1 0 0,1 0 0,-1 0 0,1 0 0,-1 0 0,0 0 0,1 0 0,-1 0 0,1 0 0,-1 0 0,1 0 0,11-18 0,3-30 0,5-90 0,2-178 0,-23-144 0,-2 180 0,1 119 0,5-178 0,5 267 0,24-104 0,-18 112 0,-3-1 0,4-80 0,-14 116 0,-4-235 0,3 262 0,0 0 0,-1-1 0,1 1 0,-1 0 0,1-1 0,-1 1 0,0 0 0,0 0 0,0 0 0,0 0 0,-1 0 0,1 0 0,0 0 0,-1 0 0,1 1 0,-1-1 0,0 0 0,0 1 0,1-1 0,-3 0 0,-1-1 0,0 1 0,1 0 0,-1 0 0,0 1 0,0-1 0,0 1 0,0 0 0,-10 0 0,-6 1 0,0 0 0,-1 2 0,-29 6 0,-37 11 0,-113 42 0,-41 11 0,25-28-248,-334 25-1,-245-32-1200,783-37 1429,-652 15-963,-94-8 0,-3600 84-3932,3579-54 3932,84-1 0,81-2 0,82-1 105,-1372 54 5201,1621-86-1374,248 9-578,35-10-2346,22 8 528,55 9 50,1-2 0,0-5-1,146 3 1,-79-7-561,1967 72-917,-1943-76 875,470-4 0,-570-4 0,-53-1 0,-20-1 0,-30-10 0,33 17 0,-455-154 892,-12 28-1030,465 126 137,-1103-215-611,1066 211 612,23 4 0,1-2 0,-1 0 0,-19-6 0,34 7 0,11 0 0,84-4 282,122 7 0,-70 3-112,1043 12-798,-626-6 536,-496-10 92,-43-1 0,-1 1 0,0 0 0,0 2 0,27 5 0,-48-7 0,0 0 0,0 1 0,0-1 0,0 0 0,0 0 0,0 0 0,0 0 0,0 0 0,0 0 0,0 0 0,0 0 0,-1 0 0,1 0 0,0 0 0,0 1 0,0-1 0,0 0 0,0 0 0,0 0 0,0 0 0,1 0 0,-1 0 0,0 0 0,0 0 0,0 0 0,0 0 0,0 1 0,0-1 0,0 0 0,0 0 0,0 0 0,0 0 0,0 0 0,0 0 0,0 0 0,0 0 0,0 0 0,0 0 0,0 0 0,0 0 0,1 0 0,-1 0 0,0 0 0,0 0 0,0 0 0,0 0 0,0 0 0,0 0 0,0 1 0,0-1 0,0 0 0,0 0 0,0 0 0,1 0 0,-1-1 0,0 1 0,0 0 0,-17 4 0,-280 14 0,121-10 0,-1713 160-1454,1624-141 981,-1365 174-2471,1559-191 2924,26-5 55,0 2-1,0 2 0,-64 22 1,106-30 4,1-1 1,0 1 0,0 0 0,0 0 0,-1 1-1,1-1 1,0 0 0,1 1 0,-1-1 0,0 1-1,-3 3 1,5-4-29,0-1 0,-1 1 0,1-1 0,0 1 0,0 0 0,0-1 0,0 1 0,0-1 0,-1 1 0,1 0 0,0-1 0,0 1 0,1-1 0,-1 1 0,0 0 0,0-1 0,0 1 0,0-1 0,0 1 0,1-1 0,-1 1 0,0 0 0,0-1 0,1 1 0,-1-1 0,0 1 0,1-1 0,-1 1 0,1-1 0,4 5 53,1-1 1,0 0-1,0 0 0,0-1 1,0 0-1,11 4 0,277 89 1621,-258-85-1550,982 233 385,12-55-773,496 36-124,-1475-219 335,188 28 9,-203-24 39,-36-10-6,0 0 0,0 0-1,1 0 1,-1 0 0,0 0-1,0 0 1,0 0 0,1 0 0,-1 0-1,0 0 1,0 0 0,0 0 0,1 0-1,-1 0 1,0 0 0,0 1-1,0-1 1,0 0 0,1 0 0,-1 0-1,0 0 1,0 0 0,0 0 0,0 1-1,0-1 1,1 0 0,-1 0 0,0 0-1,0 0 1,0 1 0,0-1-1,0 0 1,0 0 0,0 0 0,0 1-1,0-1 1,0 0 0,0 0 0,0 0-1,0 1 1,0-1 0,0 0 0,0 0-1,0 0 1,0 1 0,0-1-1,0 0 1,0 0 0,0 0 0,0 1-1,0-1 1,0 0 0,0 0 0,0 0-1,-1 1 1,-5 1 25,1-1-1,-1 1 1,0-1 0,0 0-1,0-1 1,-10 1 0,-470-12 2473,-3-39-2763,364 36 285,-1539-146-1132,1622 157 1112,-274-24 0,295 24 0,-43-7 0,61 9 0,-1 0 0,0 0 0,1 0 0,-1-1 0,1 1 0,-1-1 0,1 0 0,0 0 0,0 0 0,0 0 0,-6-5 0,9 6-1,0 0 0,-1 1 0,1-1 0,-1 0 0,1 0 0,0 1 0,0-1 0,0 0 0,-1 0 0,1 1 0,0-1 0,0 0 0,0 0 0,0 1 0,0-1 0,0 0 0,0 0 0,0 0 0,1 1 0,-1-1 0,0 0 0,0 0 0,1 1 0,-1-1 0,0 0 0,1 1 0,-1-1 0,1 0 0,-1 1 0,1-1 0,-1 1 0,1-1 0,-1 1 0,1-1 0,0 1 0,-1-1 0,1 1 0,-1-1 0,2 0 0,34-18 154,-32 18-102,117-47 227,3 5 0,2 6 0,216-35 0,338 3-685,6 48-82,-585 19 476,28 0 13,593 0 0,-679 5 0,-43-3 0,0 1 0,0-1 0,0 0 0,0 0 0,0 0 0,0 0 0,0 0 0,0 0 0,0 0 0,0 0 0,0 1 0,-1-1 0,1 0 0,0 0 0,0 0 0,0 0 0,0 0 0,0 1 0,0-1 0,0 0 0,0 0 0,0 0 0,0 0 0,0 0 0,0 0 0,0 1 0,1-1 0,-1 0 0,0 0 0,0 0 0,0 0 0,0 0 0,0 0 0,0 0 0,0 1 0,0-1 0,0 0 0,0 0 0,0 0 0,1 0 0,-1 0 0,0 0 0,0 0 0,0 0 0,0 0 0,0 0 0,0 0 0,1 1 0,-69 9 0,-833 49-175,366-27 8,121-6 100,-687 55 65,1044-77 2,41-3 0,1 0 0,0 0 0,0 1 0,0 1 0,-20 7 0,34-7 0,17-1 0,309 6 612,-20-3 40,734 90-1800,-5 46 960,-900-122 188,312 53 0,-376-54 0,-61-11 0,-20-1 0,-29-1 0,-632-10 1412,339-5-1533,-211 14-206,4 49 150,522-50 177,0-1 0,0 1 0,0 1 0,0 1 0,1 0 0,-21 10 0,37-15 0,0 0 0,1 0 0,-1 0 0,1 1 0,-1-1 0,1 0 0,-1 0 0,1 0 0,-1 1 0,1-1 0,-1 0 0,1 0 0,-1 1 0,1-1 0,-1 0 0,1 1 0,0-1 0,-1 1 0,1-1 0,-1 1 0,1-1 0,0 0 0,0 1 0,-1-1 0,1 1 0,0-1 0,0 1 0,-1 0 0,1-1 0,0 1 0,0-1 0,0 1 0,0-1 0,0 1 0,0-1 0,0 1 0,0 0 0,0-1 0,0 1 0,0-1 0,1 1 0,-1-1 0,0 1 0,0-1 0,0 1 0,1-1 0,-1 1 0,0-1 0,1 1 0,30 16 0,18 0 81,0-2-1,94 16 1,117 2 252,-180-24-303,481 49-30,331 40 0,-823-87 0,-67-9 0,-9-1 0,-38-3 0,-355-33 0,22 2 0,-631 0 0,943 33 0,-121 17 0,183-16 0,0 0 0,0 0 0,1 0 0,-1 0 0,0 0 0,0 1 0,1-1 0,-1 1 0,1 0 0,0 0 0,-1 1 0,-2 2 0,5-4 0,0 0 0,1 0 0,-1 1 0,1-1 0,-1 0 0,1 0 0,-1 0 0,1 0 0,0 0 0,0 1 0,0-1 0,-1 0 0,1 0 0,0 0 0,0 0 0,1 1 0,-1-1 0,0 0 0,0 0 0,1 0 0,-1 0 0,0 1 0,1-1 0,-1 0 0,1 0 0,-1 0 0,1 0 0,0 0 0,0 0 0,-1 0 0,1 0 0,0-1 0,0 1 0,0 0 0,0 0 0,0-1 0,0 1 0,0 0 0,0-1 0,2 1 0,30 20 0,1-2 0,1-2 0,0-1 0,74 22 0,-50-18 0,120 41 0,218 87 0,-392-146 0,0 0 0,0 0 0,0 1 0,-1 0 0,1 0 0,-1 0 0,0 0 0,0 1 0,5 5 0,-8-9 0,-1 0 0,0 1 0,0-1 0,0 1 0,1-1 0,-1 0 0,0 1 0,0-1 0,0 1 0,0-1 0,0 1 0,0-1 0,0 1 0,0-1 0,0 0 0,0 1 0,0-1 0,0 1 0,0-1 0,0 1 0,0-1 0,-1 0 0,1 1 0,0-1 0,0 1 0,0-1 0,-1 0 0,1 1 0,0-1 0,0 0 0,-1 1 0,1-1 0,0 0 0,-1 1 0,1-1 0,-1 0 0,1 1 0,-4 0 0,1 1 0,-1-1 0,0 1 0,1-1 0,-1 0 0,0-1 0,0 1 0,-4 0 0,-488 8 0,319-12 0,129 2 0,-29 0 0,-91 11 0,154-7 0,13-1 0,27 3 0,45 0 0,442-4 0,-271-2 0,-113-9 0,-83 5 0,-45 5 0,0-1 0,1 1 0,-1 0 0,1 0 0,-1 0 0,1 0 0,-1 0 0,1 0 0,-1 0 0,0 0 0,1 0 0,-1 1 0,1-1 0,-1 1 0,0-1 0,3 2 0,-4-2 0,0 1 0,0 0 0,0-1 0,0 1 0,0-1 0,0 1 0,-1 0 0,1-1 0,0 1 0,0-1 0,0 1 0,-1-1 0,1 1 0,0-1 0,-1 1 0,1-1 0,0 1 0,-1-1 0,1 0 0,-1 1 0,1-1 0,-1 1 0,1-1 0,-1 0 0,1 1 0,-1-1 0,-48 28 0,16-13 0,-1-2 0,0-1 0,-1-1 0,-1-2 0,1-2 0,-2-1 0,1-2 0,-37 0 0,34-7 0,27 2 0,0-1 0,0 2 0,-1 0 0,1 0 0,0 1 0,-1 1 0,-15 4 0,27-6 0,0 0 0,-1 1 0,1-1 0,0 1 0,0-1 0,0 1 0,0-1 0,0 1 0,0-1 0,0 1 0,0 0 0,0 0 0,0 0 0,0-1 0,1 1 0,-1 0 0,0 0 0,1 0 0,-1 0 0,0 0 0,1 0 0,-1 0 0,1 1 0,0-1 0,-1 0 0,1 0 0,0 0 0,0 0 0,-1 0 0,1 1 0,0-1 0,0 0 0,0 0 0,1 0 0,-1 1 0,0-1 0,0 0 0,1 0 0,-1 0 0,0 0 0,1 0 0,-1 1 0,1-1 0,0 0 0,-1 0 0,1 0 0,0-1 0,-1 1 0,1 0 0,0 0 0,1 1 0,3 3 0,-1-1 0,1 1 0,0-1 0,0 0 0,0 0 0,1 0 0,0-1 0,7 3 0,2-1-195,1-1 0,0-1 0,0 0 0,1-2 0,-1 0 0,28-1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42.77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1 106 24575,'1345'0'0,"-1243"5"0,141 24 0,-38-2 0,415 20 0,151 15 0,1456 63 0,-2009-125 0,1410-17 0,471 5 0,-1343 14 0,-716-5 0,0-1 0,0-2 0,50-15 0,-5 2 0,-66 13 0,-1 0 0,1-1 0,-1 0 0,28-18 0,-17 10 0,-11 4 0,0-1 0,-1 0 0,20-20 0,-18 16 0,0 0 0,23-13 0,-18 15 0,10-7 0,0 2 0,2 1 0,63-23 0,-88 37 0,1 1 0,0 1 0,0 0 0,0 0 0,0 2 0,0-1 0,0 1 0,0 1 0,0 0 0,0 1 0,0 0 0,0 1 0,0 0 0,-1 1 0,0 0 0,18 10 0,17 9 0,-23-12 0,0 1 0,0 1 0,27 21 0,-45-30 0,0 0 0,0 1 0,0 0 0,0 0 0,-1 1 0,0-1 0,0 1 0,0 0 0,-1-1 0,0 2 0,0-1 0,0 0 0,-1 1 0,0-1 0,-1 1 0,1 0 0,0 9 0,-2 229 0,-4-98 0,4-125 0,0 0 0,-2 0 0,-1 0 0,-1 0 0,0-1 0,-2 1 0,0-1 0,-2 0 0,-10 21 0,-12 22 0,2 2 0,-34 128 0,42-117 0,6-31 0,3 0 0,1 1 0,3 1 0,-2 59 0,8 67 0,5 158 0,8-179 0,2 54 0,-14-168 0,-9 213 0,6-220 0,-2-1 0,-1 0 0,-2 0 0,-1-1 0,-24 55 0,29-77 0,0-1 0,-1 0 0,0 1 0,-1-2 0,0 1 0,0-1 0,0 1 0,-1-2 0,0 1 0,0-1 0,0 0 0,0 0 0,-1-1 0,0 0 0,0-1 0,0 1 0,-1-2 0,1 1 0,-15 2 0,-14 0 0,1-1 0,-1-2 0,-54-3 0,39-1 0,-351-33 0,181 10 0,-371-26 0,505 41 0,-90-6 0,-721 17 0,855 2 0,0 2 0,0 2 0,1 2 0,0 2 0,-61 23 0,-82 21 0,-168 50 0,320-93 0,6-4 0,0-1 0,-1-1 0,1-2 0,-42 2 0,-121-8 0,71-1 0,-231 5 0,-315-5 0,100-63 0,417 42 0,43 8 0,-316-42 0,-5 33 0,-798 28 0,1100 4 0,0 4 0,-141 33 0,157-25 0,-323 30 0,-59-45 0,440-10 0,-1-1 0,1-3 0,-63-21 0,68 17 0,-1 2 0,-1 2 0,1 2 0,-62-3 0,70 9 0,-1-3 0,-72-17 0,41 7 0,-242-40 0,305 54 0,-1 0 0,1-1 0,-1 0 0,1-1 0,0 0 0,-14-8 0,19 10 0,1-1 0,0 0 0,-1 0 0,1 0 0,0 0 0,0 0 0,1 0 0,-1-1 0,0 1 0,1 0 0,-1-1 0,1 0 0,0 1 0,0-1 0,0 0 0,0 1 0,0-1 0,1 0 0,-1 0 0,1 0 0,0 0 0,0 0 0,0-3 0,21-216 0,14 69 0,-25 118 0,-1-1 0,-1 0 0,-2-1 0,-2 1 0,0-45 0,-7 492 0,3-408 0,-2 93 0,-26 165 0,28-256 0,-1-1 0,1 0 0,-1 0 0,-1 0 0,1 0 0,-1 0 0,1-1 0,-1 1 0,0 0 0,0-1 0,-1 1 0,1-1 0,-1 1 0,1-1 0,-1 0 0,0 0 0,-1-1 0,-4 5 0,1-4 0,1-1 0,-1 0 0,0 0 0,1-1 0,-1 1 0,0-1 0,0-1 0,0 1 0,0-1 0,-10-2 0,6 2 0,-1 0 0,0-1 0,0 0 0,0 0 0,0-1 0,0-1 0,-13-4 0,21 5 0,1 0 0,-1 0 0,1 0 0,0-1 0,0 1 0,0-1 0,0 1 0,0-1 0,0 0 0,1 0 0,0 0 0,-1-1 0,1 1 0,0 0 0,1-1 0,-1 0 0,0 1 0,1-1 0,0 0 0,0 0 0,0 0 0,1 0 0,-1-4 0,-5-63 0,3 0 0,6-72 0,1 24 0,-3-946 0,0 1026 0,2 1 0,1-1 0,3 1 0,19-67 0,65-138 0,-57 161 0,-26 56-23,-2 0 0,-1 0 0,-1 0 0,-1 0 0,-2-1 0,0 1 0,-5-44 0,1 3-1158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43.50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1 104 24575,'4'0'0,"3"-4"0,-1-7 0,3-1 0,0-3 0,3 1 0,0-1 0,2 1 0,-5 3 0,-10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25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24575,'9'-1'0,"0"0"0,-1-1 0,1 1 0,15-6 0,24-5 0,-4 5 0,47-13 0,-51 10 0,68-8 0,4 4 0,-64 7 0,73-2 0,913 10 0,-982-3 0,51-9 0,-51 4 0,55 0 0,1192 8 0,-1262 4 0,-24 0 0,-22 1 0,-139 22 0,-278 15 0,164-22 0,-533 5 0,669-26 0,-27-13 0,15 0 0,-219-13 0,513 23 0,945-33 0,-1071 34 0,496-14 0,-1196 15 0,300 4 0,-296-3 0,534 6 0,94 2 0,38-8 0,0 0 0,0 0 0,-1 0 0,1 0 0,0 0 0,0 0 0,0 0 0,-1 0 0,1 0 0,0 1 0,0-1 0,-1 0 0,1 0 0,0 0 0,0 0 0,0 1 0,0-1 0,-1 0 0,1 0 0,0 0 0,0 1 0,0-1 0,0 0 0,0 0 0,0 0 0,-1 1 0,1-1 0,0 0 0,0 0 0,0 1 0,0-1 0,0 0 0,0 0 0,0 1 0,0-1 0,0 0 0,0 0 0,0 1 0,0-1 0,0 0 0,0 0 0,1 1 0,-1-1 0,0 0 0,0 0 0,0 0 0,0 1 0,0-1 0,0 0 0,1 0 0,-1 0 0,0 1 0,0-1 0,1 0 0,6 4 0,0 0 0,1-1 0,-1 0 0,1 0 0,0-1 0,11 2 0,330 56 14,15-29-180,-300-26 71,1226 44-1411,7-53 2663,-1265 3-1086,-749-12 483,162 0-583,186 11 29,682 0 0,0-15 0,396-72 0,-594 68 0,-99 12 0,-26 2 0,-32-1 0,-395-12 0,280 16 0,78 1 0,-176-2 0,220 10 0,35-5 0,0 1 0,-1-1 0,1 0 0,0 1 0,0-1 0,0 0 0,0 1 0,0-1 0,0 1 0,0-1 0,0 0 0,0 1 0,0-1 0,0 0 0,0 1 0,0-1 0,0 0 0,1 1 0,-1-1 0,0 0 0,0 0 0,0 1 0,0-1 0,1 0 0,-1 1 0,0-1 0,0 0 0,1 0 0,-1 1 0,0-1 0,0 0 0,1 0 0,-1 0 0,0 1 0,1-1 0,-1 0 0,0 0 0,1 0 0,-1 0 0,0 0 0,1 0 0,-1 0 0,0 0 0,1 0 0,66 25 0,47 1 0,177 17 0,119-17 0,-374-26 0,-36 0 0,0 0 0,0 0 0,0 0 0,0 0 0,0 0 0,0 0 0,0 0 0,0-1 0,0 1 0,0 0 0,0 0 0,0 0 0,0 0 0,0 0 0,0 0 0,0 0 0,0 0 0,0 0 0,0-1 0,0 1 0,0 0 0,0 0 0,0 0 0,0 0 0,0 0 0,0 0 0,0 0 0,-58-8 0,-315-24 0,-572-39 0,933 71 0,-6-1 0,37 1 0,1599 4 0,-1590-2 0,-40 3 0,-48 4 0,-360 1 0,154-8 0,232 3 0,34-5 0,0 0 0,0 0 0,0 0 0,-1 0 0,1 1 0,0-1 0,0 0 0,0 0 0,0 0 0,-1 0 0,1 0 0,0 0 0,0 0 0,0 1 0,0-1 0,0 0 0,-1 0 0,1 0 0,0 0 0,0 1 0,0-1 0,0 0 0,0 0 0,0 0 0,0 1 0,0-1 0,0 0 0,0 0 0,0 0 0,0 1 0,0-1 0,0 0 0,0 0 0,0 0 0,0 1 0,0-1 0,0 0 0,0 0 0,0 0 0,0 0 0,0 1 0,0-1 0,0 0 0,0 0 0,0 0 0,1 1 0,-1-1 0,0 0 0,0 0 0,0 0 0,0 0 0,0 0 0,1 0 0,-1 1 0,0-1 0,0 0 0,0 0 0,1 0 0,6 4 0,0 0 0,1-1 0,-1 0 0,1-1 0,12 3 0,84 17 0,1-4 0,110 3 0,221-8 0,-401-13 0,149 1 0,-161-1 0,-24 2 0,-38 3 0,23-4 0,-55 8-1365,-5 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36.0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1044 231 24575,'60'16'0,"0"-3"0,1-3 0,78 3 0,-104-10 0,1133 25 0,-944-29 0,-73 0 0,1-6 0,-2-7 0,213-48 0,-229 27 0,-68 16 0,0 2 0,1 4 0,134-10 0,128 24 0,-577-12 0,-1051-31 0,974 44 0,-199-5 0,484-2 0,27 0 0,25 0 0,469-44 0,353 44-136,4 51-1043,-660-34 854,2810 112-2583,-871-124 1034,-843-4 7466,-676 30-4709,-124-1-936,-360-22 53,380-4 0,-346-11 0,103-4 0,997 17 0,-1243-1 0,0 0 0,0 0 0,0 0 0,0 0 0,0 1 0,0 0 0,0 0 0,0 0 0,0 1 0,-1 0 0,1 0 0,0 0 0,-1 0 0,5 4 0,-6-3 0,0 0 0,0 1 0,-1-1 0,0 1 0,1 0 0,-1 0 0,-1 0 0,1 0 0,0 0 0,-1 0 0,0 0 0,0 0 0,0 0 0,-1 1 0,1-1 0,-1 7 0,1-2 0,0 1 0,0 0 0,-1 0 0,-1 0 0,1 0 0,-2 0 0,1 0 0,-2 0 0,1 0 0,-1-1 0,0 1 0,-1-1 0,0 0 0,-1 0 0,0-1 0,0 1 0,-9 9 0,-6 6 0,-26 32 0,-51 80 0,84-114 0,1 1 0,0 1 0,2 0 0,1 0 0,1 1 0,0 0 0,-4 33 0,6 14 0,2 0 0,8 99 0,1-28 0,9 43 0,-1-7 0,-11-120 0,-5 139 0,2-190 0,-1-1 0,0 0 0,0 0 0,-1 0 0,0 0 0,0 0 0,-1 0 0,1-1 0,-1 0 0,-8 9 0,7-8 0,0 0 0,0 0 0,1 1 0,-1 0 0,2-1 0,-1 1 0,-3 16 0,3 3 0,1 0 0,2 1 0,2 36 0,1-37 0,-2 0 0,-1 0 0,-6 41 0,-3-16 0,9-39 0,0 0 0,-1 0 0,-1 0 0,0-1 0,0 0 0,-2 1 0,1-1 0,-2-1 0,1 1 0,-2-1 0,1 0 0,-2 0 0,-8 9 0,9-13 0,-6 6 0,0 0 0,0 0 0,2 1 0,-1 0 0,2 1 0,0 1 0,1-1 0,-14 34 0,12-15 0,-9 50 0,19-74 0,-1 1 0,1 0 0,1 0 0,0 0 0,0 0 0,1 0 0,1 0 0,4 19 0,-6-29 0,0-1 0,0 1 0,0-1 0,0 0 0,0 1 0,1-1 0,-1 1 0,0-1 0,0 1 0,0-1 0,0 0 0,0 1 0,0-1 0,1 0 0,-1 1 0,0-1 0,0 1 0,1-1 0,-1 0 0,0 1 0,1-1 0,-1 0 0,0 0 0,1 1 0,-1-1 0,0 0 0,1 0 0,-1 1 0,0-1 0,1 0 0,-1 0 0,1 0 0,-1 0 0,1 0 0,-1 0 0,0 0 0,1 0 0,-1 0 0,1 0 0,-1 0 0,1 0 0,11-18 0,3-30 0,5-90 0,2-178 0,-23-144 0,-2 180 0,1 119 0,5-178 0,5 267 0,24-104 0,-18 112 0,-3-1 0,4-80 0,-14 116 0,-4-235 0,3 262 0,0 0 0,-1-1 0,1 1 0,-1 0 0,1-1 0,-1 1 0,0 0 0,0 0 0,0 0 0,0 0 0,-1 0 0,1 0 0,0 0 0,-1 0 0,1 1 0,-1-1 0,0 0 0,0 1 0,1-1 0,-3 0 0,-1-1 0,0 1 0,1 0 0,-1 0 0,0 1 0,0-1 0,0 1 0,0 0 0,-10 0 0,-6 1 0,0 0 0,-1 2 0,-29 6 0,-37 11 0,-113 42 0,-41 11 0,25-28-248,-334 25-1,-245-32-1200,783-37 1429,-652 15-963,-94-8 0,-3600 84-3932,3579-54 3932,84-1 0,81-2 0,82-1 105,-1372 54 5201,1621-86-1374,248 9-578,35-10-2346,22 8 528,55 9 50,1-2 0,0-5-1,146 3 1,-79-7-561,1967 72-917,-1943-76 875,470-4 0,-570-4 0,-53-1 0,-20-1 0,-30-10 0,33 17 0,-455-154 892,-12 28-1030,465 126 137,-1103-215-611,1066 211 612,23 4 0,1-2 0,-1 0 0,-19-6 0,34 7 0,11 0 0,84-4 282,122 7 0,-70 3-112,1043 12-798,-626-6 536,-496-10 92,-43-1 0,-1 1 0,0 0 0,0 2 0,27 5 0,-48-7 0,0 0 0,0 1 0,0-1 0,0 0 0,0 0 0,0 0 0,0 0 0,0 0 0,0 0 0,0 0 0,0 0 0,-1 0 0,1 0 0,0 0 0,0 1 0,0-1 0,0 0 0,0 0 0,0 0 0,0 0 0,1 0 0,-1 0 0,0 0 0,0 0 0,0 0 0,0 0 0,0 1 0,0-1 0,0 0 0,0 0 0,0 0 0,0 0 0,0 0 0,0 0 0,0 0 0,0 0 0,0 0 0,0 0 0,0 0 0,0 0 0,1 0 0,-1 0 0,0 0 0,0 0 0,0 0 0,0 0 0,0 0 0,0 0 0,0 1 0,0-1 0,0 0 0,0 0 0,0 0 0,1 0 0,-1-1 0,0 1 0,0 0 0,-17 4 0,-280 14 0,121-10 0,-1713 160-1454,1624-141 981,-1365 174-2471,1559-191 2924,26-5 55,0 2-1,0 2 0,-64 22 1,106-30 4,1-1 1,0 1 0,0 0 0,0 0 0,-1 1-1,1-1 1,0 0 0,1 1 0,-1-1 0,0 1-1,-3 3 1,5-4-29,0-1 0,-1 1 0,1-1 0,0 1 0,0 0 0,0-1 0,0 1 0,0-1 0,-1 1 0,1 0 0,0-1 0,0 1 0,1-1 0,-1 1 0,0 0 0,0-1 0,0 1 0,0-1 0,0 1 0,1-1 0,-1 1 0,0 0 0,0-1 0,1 1 0,-1-1 0,0 1 0,1-1 0,-1 1 0,1-1 0,4 5 53,1-1 1,0 0-1,0 0 0,0-1 1,0 0-1,11 4 0,277 89 1621,-258-85-1550,982 233 385,12-55-773,496 36-124,-1475-219 335,188 28 9,-203-24 39,-36-10-6,0 0 0,0 0-1,1 0 1,-1 0 0,0 0-1,0 0 1,0 0 0,1 0 0,-1 0-1,0 0 1,0 0 0,0 0 0,1 0-1,-1 0 1,0 0 0,0 1-1,0-1 1,0 0 0,1 0 0,-1 0-1,0 0 1,0 0 0,0 0 0,0 1-1,0-1 1,1 0 0,-1 0 0,0 0-1,0 0 1,0 1 0,0-1-1,0 0 1,0 0 0,0 0 0,0 1-1,0-1 1,0 0 0,0 0 0,0 0-1,0 1 1,0-1 0,0 0 0,0 0-1,0 0 1,0 1 0,0-1-1,0 0 1,0 0 0,0 0 0,0 1-1,0-1 1,0 0 0,0 0 0,0 0-1,-1 1 1,-5 1 25,1-1-1,-1 1 1,0-1 0,0 0-1,0-1 1,-10 1 0,-470-12 2473,-3-39-2763,364 36 285,-1539-146-1132,1622 157 1112,-274-24 0,295 24 0,-43-7 0,61 9 0,-1 0 0,0 0 0,1 0 0,-1-1 0,1 1 0,-1-1 0,1 0 0,0 0 0,0 0 0,0 0 0,-6-5 0,9 6-1,0 0 0,-1 1 0,1-1 0,-1 0 0,1 0 0,0 1 0,0-1 0,0 0 0,-1 0 0,1 1 0,0-1 0,0 0 0,0 0 0,0 1 0,0-1 0,0 0 0,0 0 0,0 0 0,1 1 0,-1-1 0,0 0 0,0 0 0,1 1 0,-1-1 0,0 0 0,1 1 0,-1-1 0,1 0 0,-1 1 0,1-1 0,-1 1 0,1-1 0,-1 1 0,1-1 0,0 1 0,-1-1 0,1 1 0,-1-1 0,2 0 0,34-18 154,-32 18-102,117-47 227,3 5 0,2 6 0,216-35 0,338 3-685,6 48-82,-585 19 476,28 0 13,593 0 0,-679 5 0,-43-3 0,0 1 0,0-1 0,0 0 0,0 0 0,0 0 0,0 0 0,0 0 0,0 0 0,0 0 0,0 0 0,0 1 0,-1-1 0,1 0 0,0 0 0,0 0 0,0 0 0,0 0 0,0 1 0,0-1 0,0 0 0,0 0 0,0 0 0,0 0 0,0 0 0,0 0 0,0 1 0,1-1 0,-1 0 0,0 0 0,0 0 0,0 0 0,0 0 0,0 0 0,0 0 0,0 1 0,0-1 0,0 0 0,0 0 0,0 0 0,1 0 0,-1 0 0,0 0 0,0 0 0,0 0 0,0 0 0,0 0 0,0 0 0,1 1 0,-69 9 0,-833 49-175,366-27 8,121-6 100,-687 55 65,1044-77 2,41-3 0,1 0 0,0 0 0,0 1 0,0 1 0,-20 7 0,34-7 0,17-1 0,309 6 612,-20-3 40,734 90-1800,-5 46 960,-900-122 188,312 53 0,-376-54 0,-61-11 0,-20-1 0,-29-1 0,-632-10 1412,339-5-1533,-211 14-206,4 49 150,522-50 177,0-1 0,0 1 0,0 1 0,0 1 0,1 0 0,-21 10 0,37-15 0,0 0 0,1 0 0,-1 0 0,1 1 0,-1-1 0,1 0 0,-1 0 0,1 0 0,-1 1 0,1-1 0,-1 0 0,1 0 0,-1 1 0,1-1 0,-1 0 0,1 1 0,0-1 0,-1 1 0,1-1 0,-1 1 0,1-1 0,0 0 0,0 1 0,-1-1 0,1 1 0,0-1 0,0 1 0,-1 0 0,1-1 0,0 1 0,0-1 0,0 1 0,0-1 0,0 1 0,0-1 0,0 1 0,0 0 0,0-1 0,0 1 0,0-1 0,1 1 0,-1-1 0,0 1 0,0-1 0,0 1 0,1-1 0,-1 1 0,0-1 0,1 1 0,30 16 0,18 0 81,0-2-1,94 16 1,117 2 252,-180-24-303,481 49-30,331 40 0,-823-87 0,-67-9 0,-9-1 0,-38-3 0,-355-33 0,22 2 0,-631 0 0,943 33 0,-121 17 0,183-16 0,0 0 0,0 0 0,1 0 0,-1 0 0,0 0 0,0 1 0,1-1 0,-1 1 0,1 0 0,0 0 0,-1 1 0,-2 2 0,5-4 0,0 0 0,1 0 0,-1 1 0,1-1 0,-1 0 0,1 0 0,-1 0 0,1 0 0,0 0 0,0 1 0,0-1 0,-1 0 0,1 0 0,0 0 0,0 0 0,1 1 0,-1-1 0,0 0 0,0 0 0,1 0 0,-1 0 0,0 1 0,1-1 0,-1 0 0,1 0 0,-1 0 0,1 0 0,0 0 0,0 0 0,-1 0 0,1 0 0,0-1 0,0 1 0,0 0 0,0 0 0,0-1 0,0 1 0,0 0 0,0-1 0,2 1 0,30 20 0,1-2 0,1-2 0,0-1 0,74 22 0,-50-18 0,120 41 0,218 87 0,-392-146 0,0 0 0,0 0 0,0 1 0,-1 0 0,1 0 0,-1 0 0,0 0 0,0 1 0,5 5 0,-8-9 0,-1 0 0,0 1 0,0-1 0,0 1 0,1-1 0,-1 0 0,0 1 0,0-1 0,0 1 0,0-1 0,0 1 0,0-1 0,0 1 0,0-1 0,0 0 0,0 1 0,0-1 0,0 1 0,0-1 0,0 1 0,0-1 0,-1 0 0,1 1 0,0-1 0,0 1 0,0-1 0,-1 0 0,1 1 0,0-1 0,0 0 0,-1 1 0,1-1 0,0 0 0,-1 1 0,1-1 0,-1 0 0,1 1 0,-4 0 0,1 1 0,-1-1 0,0 1 0,1-1 0,-1 0 0,0-1 0,0 1 0,-4 0 0,-488 8 0,319-12 0,129 2 0,-29 0 0,-91 11 0,154-7 0,13-1 0,27 3 0,45 0 0,442-4 0,-271-2 0,-113-9 0,-83 5 0,-45 5 0,0-1 0,1 1 0,-1 0 0,1 0 0,-1 0 0,1 0 0,-1 0 0,1 0 0,-1 0 0,0 0 0,1 0 0,-1 1 0,1-1 0,-1 1 0,0-1 0,3 2 0,-4-2 0,0 1 0,0 0 0,0-1 0,0 1 0,0-1 0,0 1 0,-1 0 0,1-1 0,0 1 0,0-1 0,0 1 0,-1-1 0,1 1 0,0-1 0,-1 1 0,1-1 0,0 1 0,-1-1 0,1 0 0,-1 1 0,1-1 0,-1 1 0,1-1 0,-1 0 0,1 1 0,-1-1 0,-48 28 0,16-13 0,-1-2 0,0-1 0,-1-1 0,-1-2 0,1-2 0,-2-1 0,1-2 0,-37 0 0,34-7 0,27 2 0,0-1 0,0 2 0,-1 0 0,1 0 0,0 1 0,-1 1 0,-15 4 0,27-6 0,0 0 0,-1 1 0,1-1 0,0 1 0,0-1 0,0 1 0,0-1 0,0 1 0,0-1 0,0 1 0,0 0 0,0 0 0,0 0 0,0-1 0,1 1 0,-1 0 0,0 0 0,1 0 0,-1 0 0,0 0 0,1 0 0,-1 0 0,1 1 0,0-1 0,-1 0 0,1 0 0,0 0 0,0 0 0,-1 0 0,1 1 0,0-1 0,0 0 0,0 0 0,1 0 0,-1 1 0,0-1 0,0 0 0,1 0 0,-1 0 0,0 0 0,1 0 0,-1 1 0,1-1 0,0 0 0,-1 0 0,1 0 0,0-1 0,-1 1 0,1 0 0,0 0 0,1 1 0,3 3 0,-1-1 0,1 1 0,0-1 0,0 0 0,0 0 0,1 0 0,0-1 0,7 3 0,2-1-195,1-1 0,0-1 0,0 0 0,1-2 0,-1 0 0,28-1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42.77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1 106 24575,'1345'0'0,"-1243"5"0,141 24 0,-38-2 0,415 20 0,151 15 0,1456 63 0,-2009-125 0,1410-17 0,471 5 0,-1343 14 0,-716-5 0,0-1 0,0-2 0,50-15 0,-5 2 0,-66 13 0,-1 0 0,1-1 0,-1 0 0,28-18 0,-17 10 0,-11 4 0,0-1 0,-1 0 0,20-20 0,-18 16 0,0 0 0,23-13 0,-18 15 0,10-7 0,0 2 0,2 1 0,63-23 0,-88 37 0,1 1 0,0 1 0,0 0 0,0 0 0,0 2 0,0-1 0,0 1 0,0 1 0,0 0 0,0 1 0,0 0 0,0 1 0,0 0 0,-1 1 0,0 0 0,18 10 0,17 9 0,-23-12 0,0 1 0,0 1 0,27 21 0,-45-30 0,0 0 0,0 1 0,0 0 0,0 0 0,-1 1 0,0-1 0,0 1 0,0 0 0,-1-1 0,0 2 0,0-1 0,0 0 0,-1 1 0,0-1 0,-1 1 0,1 0 0,0 9 0,-2 229 0,-4-98 0,4-125 0,0 0 0,-2 0 0,-1 0 0,-1 0 0,0-1 0,-2 1 0,0-1 0,-2 0 0,-10 21 0,-12 22 0,2 2 0,-34 128 0,42-117 0,6-31 0,3 0 0,1 1 0,3 1 0,-2 59 0,8 67 0,5 158 0,8-179 0,2 54 0,-14-168 0,-9 213 0,6-220 0,-2-1 0,-1 0 0,-2 0 0,-1-1 0,-24 55 0,29-77 0,0-1 0,-1 0 0,0 1 0,-1-2 0,0 1 0,0-1 0,0 1 0,-1-2 0,0 1 0,0-1 0,0 0 0,0 0 0,-1-1 0,0 0 0,0-1 0,0 1 0,-1-2 0,1 1 0,-15 2 0,-14 0 0,1-1 0,-1-2 0,-54-3 0,39-1 0,-351-33 0,181 10 0,-371-26 0,505 41 0,-90-6 0,-721 17 0,855 2 0,0 2 0,0 2 0,1 2 0,0 2 0,-61 23 0,-82 21 0,-168 50 0,320-93 0,6-4 0,0-1 0,-1-1 0,1-2 0,-42 2 0,-121-8 0,71-1 0,-231 5 0,-315-5 0,100-63 0,417 42 0,43 8 0,-316-42 0,-5 33 0,-798 28 0,1100 4 0,0 4 0,-141 33 0,157-25 0,-323 30 0,-59-45 0,440-10 0,-1-1 0,1-3 0,-63-21 0,68 17 0,-1 2 0,-1 2 0,1 2 0,-62-3 0,70 9 0,-1-3 0,-72-17 0,41 7 0,-242-40 0,305 54 0,-1 0 0,1-1 0,-1 0 0,1-1 0,0 0 0,-14-8 0,19 10 0,1-1 0,0 0 0,-1 0 0,1 0 0,0 0 0,0 0 0,1 0 0,-1-1 0,0 1 0,1 0 0,-1-1 0,1 0 0,0 1 0,0-1 0,0 0 0,0 1 0,0-1 0,1 0 0,-1 0 0,1 0 0,0 0 0,0 0 0,0-3 0,21-216 0,14 69 0,-25 118 0,-1-1 0,-1 0 0,-2-1 0,-2 1 0,0-45 0,-7 492 0,3-408 0,-2 93 0,-26 165 0,28-256 0,-1-1 0,1 0 0,-1 0 0,-1 0 0,1 0 0,-1 0 0,1-1 0,-1 1 0,0 0 0,0-1 0,-1 1 0,1-1 0,-1 1 0,1-1 0,-1 0 0,0 0 0,-1-1 0,-4 5 0,1-4 0,1-1 0,-1 0 0,0 0 0,1-1 0,-1 1 0,0-1 0,0-1 0,0 1 0,0-1 0,-10-2 0,6 2 0,-1 0 0,0-1 0,0 0 0,0 0 0,0-1 0,0-1 0,-13-4 0,21 5 0,1 0 0,-1 0 0,1 0 0,0-1 0,0 1 0,0-1 0,0 1 0,0-1 0,0 0 0,1 0 0,0 0 0,-1-1 0,1 1 0,0 0 0,1-1 0,-1 0 0,0 1 0,1-1 0,0 0 0,0 0 0,0 0 0,1 0 0,-1-4 0,-5-63 0,3 0 0,6-72 0,1 24 0,-3-946 0,0 1026 0,2 1 0,1-1 0,3 1 0,19-67 0,65-138 0,-57 161 0,-26 56-23,-2 0 0,-1 0 0,-1 0 0,-1 0 0,-2-1 0,0 1 0,-5-44 0,1 3-1158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6T19:15:43.50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1 104 24575,'4'0'0,"3"-4"0,-1-7 0,3-1 0,0-3 0,3 1 0,0-1 0,2 1 0,-5 3 0,-10 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506E-6F23-1C3E-0620-5B9801FBF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F74F0-4028-EA12-462D-DE4EA1A8D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DE4AA-12BF-F4B3-7731-A176846D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1846F-018F-095E-8AFA-551E8B69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4AF88-A9CC-2FF7-D86A-EBB8682A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0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C865-4557-1B1E-B458-667C84F91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1D9A4-8D9F-D13D-E336-C488355AC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8EA6D-E2A4-22DF-1BB8-E686701F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7DA61-F913-9B42-3E5D-F77BFA10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34AD4-9C59-E7DC-11FA-A6D5BA27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79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9659-ADDC-68D8-F170-739F3A620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EFB0B-6FDD-E169-538C-1389017FD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EDB65-412E-D826-9F5E-26D221B3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8B828-D6A0-6FDF-9791-BAF9E910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881C-3E1C-DC36-C5B2-577C71C2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9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4FFC-C51F-8AFA-7440-3D0CD667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882A4-1EF8-2EEB-B451-5D8ACFBDF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D34E1-432D-647A-A4B9-D39EC50EF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F7D6A-0264-3F6C-3015-D313E186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4C8AE-8E36-31CB-2E68-9C17CD281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6A2FE-0354-1845-C29D-8E5185A7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5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E9B2-4C6E-2AAC-3425-9D2D59C58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3A0EF-F7A3-0EA6-D96F-B9FEF8B16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F3C3C-D1D3-3DDF-42F4-ACDB92F1C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568A8-0EF8-ADDC-A2E7-174CF6086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91415-3386-7E0C-D18D-F0A618499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D0124-7FCE-72EC-7DF3-A637C439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54A82-A7C2-BA45-53EF-F9B1D769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55FDB-DC0C-BD01-B884-477BE11A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0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A7CD-8D33-DEF3-8A4B-8F477D5F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B7175-4688-0A6E-500E-209073CD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6183E-5381-D994-EF0D-AF8F02B7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2D173-FD16-E4FC-3EA6-162CF39A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5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65377-9EAE-A8D3-DFA4-F36FC5E6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9ADAA-000F-FE97-FE0C-1C6D7F1A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A77C6-F4CB-0AA6-24CD-F458CCC4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4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9789-99E0-E589-CE3D-7A73C8E6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003C6-33C5-754E-602D-F880DBAD6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A5799-441E-AEBC-39E4-6EF66ADBE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2BC6E-BBAC-D3F4-0017-E29952A40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DB0F7-7D80-B882-900B-CF50CBA5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7DD01-852C-EF66-F7A9-562EE47F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9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AF7E-73FD-D740-47C1-186F8512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70C3C-A035-9B46-2D44-E18628A7F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4A53C-BEBF-106C-5E3F-4ED1E125F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BAE65-292E-A6F4-2FC5-B0CF717D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4F0E1-C398-8850-7B31-848E190D5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95727-AC81-4F99-8328-C1DC70B8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2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E2C1-9338-B622-1168-27849248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2B63-372E-D9F1-6C31-3C19CF454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0A902-AA0E-3BA3-8692-6E24AD55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4AB1-AF01-0987-E349-7A0C2454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5F832-33B9-45FD-90DD-169BC98D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7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308AF7-E2BD-3071-5B3B-535FADC07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9A50B-643B-8936-8B23-123D15FF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A9DA-6270-E7B9-E5B6-57D8F014C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E6D40-B08B-6D0A-2DC6-0C903A0E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36AB3-C575-73DE-9520-AA4088A0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96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5AF2F-3182-214A-084F-8608E9A9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9DFBF-2592-7887-73A6-8425C07B9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CD3BF-81B1-1AF4-5C4D-CD4C3EC4C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17DEE-8F85-4FD5-9C60-45D418EE86B6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02BB-AA9C-884A-33AC-7BF473294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EE6E9-8C4F-8DC1-1D96-FE6AEA36A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D8295-6DFE-4868-9733-C7E12528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3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customXml" Target="../ink/ink6.xml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FAAA4E-806C-6D6A-39CE-7D022F3C8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 noProof="1">
                <a:solidFill>
                  <a:schemeClr val="bg1"/>
                </a:solidFill>
              </a:rPr>
              <a:t>ProTune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1AC6F-549F-A752-124C-41329A52D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837338" cy="1012778"/>
          </a:xfrm>
        </p:spPr>
        <p:txBody>
          <a:bodyPr>
            <a:normAutofit/>
          </a:bodyPr>
          <a:lstStyle/>
          <a:p>
            <a:pPr algn="l"/>
            <a:r>
              <a:rPr lang="en-US" noProof="1">
                <a:solidFill>
                  <a:schemeClr val="bg1"/>
                </a:solidFill>
              </a:rPr>
              <a:t>Made by Kristers Jirgensons, Kristers Bizuns, Jānis Petrovs</a:t>
            </a:r>
          </a:p>
        </p:txBody>
      </p:sp>
    </p:spTree>
    <p:extLst>
      <p:ext uri="{BB962C8B-B14F-4D97-AF65-F5344CB8AC3E}">
        <p14:creationId xmlns:p14="http://schemas.microsoft.com/office/powerpoint/2010/main" val="159551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2C996-E01D-7EA5-DE0C-353F1611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35" y="1250575"/>
            <a:ext cx="4604274" cy="4163210"/>
          </a:xfrm>
        </p:spPr>
        <p:txBody>
          <a:bodyPr anchor="ctr">
            <a:normAutofit/>
          </a:bodyPr>
          <a:lstStyle/>
          <a:p>
            <a:r>
              <a:rPr lang="en-US" sz="8000" noProof="1">
                <a:solidFill>
                  <a:schemeClr val="bg1"/>
                </a:solidFill>
              </a:rPr>
              <a:t>Purpose of website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E9F3-655D-C8C1-93DA-7A7BD5691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224" y="860612"/>
            <a:ext cx="4797909" cy="502382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noProof="1">
                <a:solidFill>
                  <a:schemeClr val="bg1"/>
                </a:solidFill>
              </a:rPr>
              <a:t>To </a:t>
            </a:r>
            <a:r>
              <a:rPr lang="en-US" b="1" noProof="1">
                <a:solidFill>
                  <a:schemeClr val="bg1"/>
                </a:solidFill>
              </a:rPr>
              <a:t>promote</a:t>
            </a:r>
            <a:r>
              <a:rPr lang="en-US" noProof="1">
                <a:solidFill>
                  <a:schemeClr val="bg1"/>
                </a:solidFill>
              </a:rPr>
              <a:t> ProTune's chiptuning services and educate potential clients about vehicle performance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411799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81A4D-418D-E7F8-A38E-91AFA99B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noProof="1">
                <a:solidFill>
                  <a:srgbClr val="FFFFFF"/>
                </a:solidFill>
              </a:rPr>
              <a:t>Target audience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13566349-53C1-6C1A-B1CE-FF3874390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649775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6430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1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1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527B1-EC91-6EA4-CC01-DB2DAA538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noProof="1">
                <a:solidFill>
                  <a:srgbClr val="FFFFFF"/>
                </a:solidFill>
              </a:rPr>
              <a:t>Goals</a:t>
            </a: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48652099-A341-DA81-1CB6-B4C394FB8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2347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5697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noProof="1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D62871B-C8A6-1C38-5E23-577D3459B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noProof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Website structure</a:t>
            </a:r>
          </a:p>
        </p:txBody>
      </p:sp>
    </p:spTree>
    <p:extLst>
      <p:ext uri="{BB962C8B-B14F-4D97-AF65-F5344CB8AC3E}">
        <p14:creationId xmlns:p14="http://schemas.microsoft.com/office/powerpoint/2010/main" val="190128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31D48-C2AB-A826-5ABE-D621D195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noProof="1">
                <a:solidFill>
                  <a:schemeClr val="bg1"/>
                </a:solidFill>
              </a:rPr>
              <a:t>Frontend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C537B-0512-E754-4B80-221061A61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2395" y="2082372"/>
            <a:ext cx="4974771" cy="2919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1">
                <a:solidFill>
                  <a:schemeClr val="bg1"/>
                </a:solidFill>
              </a:rPr>
              <a:t>Index.html – Which is the main landing page with navigation to Homt, Tuning, About us and Contact us</a:t>
            </a:r>
            <a:endParaRPr lang="lv-LV" noProof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lv-LV" noProof="1">
                <a:solidFill>
                  <a:schemeClr val="bg1"/>
                </a:solidFill>
              </a:rPr>
              <a:t>Admin – To allow the Administator to run CRUD operations</a:t>
            </a:r>
            <a:endParaRPr lang="en-US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3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4C48E-C89E-1215-A25A-E1CB901A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FA0D51D-9CA8-1A59-0B48-79D2E5041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01F41AB-57D0-15E9-59B4-B9C1F2120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94509-B5F5-FA37-B07C-40E3D4CB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lv-LV" noProof="1">
                <a:solidFill>
                  <a:schemeClr val="bg1"/>
                </a:solidFill>
              </a:rPr>
              <a:t>Backend</a:t>
            </a:r>
            <a:endParaRPr lang="en-US" noProof="1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39FF5172-373E-E195-A641-90CBE6144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CE5BE17-CFD0-795A-A178-0531538F3F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B20BFCB-2877-0F16-D84D-982B1374F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02BE96DF-4954-5A79-F455-020754493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8FC05EC6-7993-C9D6-F279-4FCADBC6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B8798E1E-C588-C1B1-3398-13CA1787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220D454-BAA8-76E0-FD50-CDD2447F6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2E8DD71-C0A9-A84E-B56D-C3D57C15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49AFDB1-759B-8369-9430-48E30DA00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506E525-B851-0282-2830-8E6B2BC57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BB8D7E-B049-CCF1-AC0A-868395340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339F7A-F4BC-2B19-EAA2-835DF6C61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27B48AA-5C6F-9CB0-815A-629E02A9E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831EE5E-5E3D-B61A-914E-E82E6A1F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F686D30-AA52-2037-6AEC-307B24E69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CE5660B-351A-DAF8-DA93-341A51AE4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46933C3-D29E-DD04-761C-261349F24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4BB98DE-DD09-6D54-1B23-A4C38EEE9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3550879-017B-6E97-46C6-B735B4F1B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9889A12-35FF-0E35-5B56-1741BC333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D321BFC-5E0C-8E28-839C-5D322837E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3CA35EA-936D-C2C9-D80B-490A8DF62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7901F1A-7B81-94EE-D2DF-CCF5D9F6C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9B55FE8-CA0C-E1FB-A064-EEA2AB73C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28A9627-3476-EAA5-6072-678F93C58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7FF6CF4-285F-09FA-D7F2-A64218A80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C06490E-9E0A-FB2C-E138-A585DEC09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ACEB3D3-447A-1621-0576-D1489A036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081A104-5CE5-3134-05AC-4D7302201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B69F1D7-A1B9-45F0-35EE-BDE1F2E23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6D126D3-396E-E770-4408-C81669088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129B5E1-CDBA-39F2-0EB3-82D6D7AA0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8A9D9E5-1720-3FA5-99F8-59A6335F7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A6ADBBC-4A6B-0C15-AA5A-65F597E98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A733DA7-0D57-4060-C579-C24498032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5080B00-C4A7-A370-3197-24E8CF04A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0B14341-8732-FBED-0486-A9D140A81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E4DE06-C2BB-A7D9-BF3E-491869881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A46876B-4432-0AC7-656B-4D749544E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7046801-A653-4266-E3AC-49DDA23C5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E9E268E-13E3-CBE6-AD70-3A307A1D8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620F89D-43FF-95DC-21DE-C004E384E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C806A0B-02C1-74A0-9786-BB70E095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D6BD6FF-BB0A-09B1-E306-4B0B0A36D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3969D85-18A9-1A15-4E24-85055DC3A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73F082B-5BB9-3BB0-9965-716B53161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F2F41B5-741F-EFA2-4833-51694643C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FDF6C8E-920E-E0D3-6B19-B45BCD9BB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B9E7D60-531E-CEB9-C5F0-60656BDC2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4770018-208E-54B5-F168-C5E336BDF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6F875D1-EFCE-2AAC-8F9E-ACD53B70A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AD58EFD-BB4D-743E-18E1-C03BB059C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4CFAC4F-901C-F6C4-9542-CD0B5741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103B796-B57C-13B7-DE97-DC6237158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52F0988-969B-ABE6-6CBF-1AF288C9B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07DD80A-3BC5-8D22-6097-1C810382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CBF7BF-9DFE-09E0-9531-29FEAA648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A240D92-ABF4-D60B-3E81-38CF44236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E944BF1-788D-F1E0-1BD8-EA0741E05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12693AE-38E1-4FCA-81FE-7FAE33262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3A9286B-A92E-4335-4BCF-7FF9FD7DD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A730FCC-92F6-90C0-A230-FEA58E4C7B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94AD785-7D27-9B35-709A-CFBDDF2C7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CBE6F89-581D-E2A5-7AB9-05D22E36B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38EF89A-D078-EA41-F3AA-FD8AD7551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B88E159-3CD9-1CEB-CBE9-FDF417776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8C4B0F2-643D-447B-79E3-14F269706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80498A4-8F03-CACF-5BF6-D06218B5B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EA41CD1-8C6E-669D-D774-94C51D8AD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7EC62A6-8706-B90D-768D-CEA6C6BC3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C798B56-040F-1CB6-EB5D-DDCDC331E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8786E32-2B97-3A40-D626-43E82120E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4938BAD-104C-1E04-3D58-420EAF411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917524A5-D3CA-002E-9A13-13F093CB7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26C9E53-5941-A9CF-CEB0-53CF9368F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D4165CA-241A-8C60-96AC-A3E66A6B0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13BEC66-71CE-C7A2-7E71-690619A71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94198E8-784B-A149-81E7-8654D0CD0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BBCCE23-65A6-B133-ACEC-6002A474F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00DC168-3FFD-0426-7F6E-76662ACF5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0D91D00-137B-A22F-D825-D4C81CAC4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B0F68F7-D3C7-D6BB-8C41-162203167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5F1D595-82FA-B2F3-5B51-3156AF5F1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694FCFA-EAD8-253B-717D-CE7B2A7A4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134747E-3410-AB52-F311-620F02B9F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4C24A40-EB0B-FA17-A6B6-C9304A8E5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6808CF2-C19A-C59E-0B09-B8F32FDC6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7B05E47-6C8B-5375-D9F2-3F15E5216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FF1BF67-CCAD-B398-D50A-4ACB3058D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24A5CA3-8A11-1C72-950F-55732E3EC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A317072-88C4-6FA7-D39B-EA1B8684E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2BA083F-2692-7958-723C-6699F161C3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CA14211-3541-5070-70E4-AA32C1F99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84C8139-874A-05C8-D9FD-1C83DA95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4B3AC23-B43F-7D61-CCA8-E51D984A0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7FEA5F1-D4D8-2553-978E-AA87AF4AD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350A9F7-F7B0-10AF-00F6-625D090E0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1531A686-24BC-CAA0-26FA-68A71FE45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DABECEA-8D47-8045-18B1-0F5E12FDD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D74F557-16AD-5C23-3A0E-6095D7407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55ADC63-3442-5AC1-127E-6A9A24A32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82A1750-DD96-CE64-80DF-84C259C04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7925B90-B00F-EBF2-B5E3-196CAE742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6D9A831-F9B6-2F42-9839-E8F2A9C59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4913A13-2C9B-4738-573E-F3D2CC702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C331F79-529A-7352-91A5-178CC7845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6221BEA5-CF82-98D0-DE1C-FF2F3A8ED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1E6BECA-9826-A1F0-5DF0-1D52C0B00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2BB2307-985B-D046-7A8C-97AD180E1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2E55116-A223-99A3-1A50-C07876EF2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530337B-E831-49B0-CEF4-2AC130A44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91CFB35-C028-BF2B-2089-522700135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A9DB45EE-F995-2DD3-C6AA-8A41C7156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A4897DD-94F3-5F03-5D6D-B3EE89529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FFB5479-2D54-F4DE-FDB2-C5C5851E1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0250EF5-FF6E-6C73-14E9-268083BE8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77D6A09-3A2A-0B8F-11EE-A5B2F9E3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C63F630-A16C-97EA-661A-E2344A420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1E12A49-0C4B-56D6-0130-294A11B50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41F3C87-C0EC-A481-4A28-72B871BA5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FE28713-C837-14F9-B635-3B0AE650F3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B9FAD8D-A47C-69A6-77A7-0A3542057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2941448-396A-0693-B329-DC5DD3D0B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58A84A4-5727-6DB5-B372-F24EAC3C9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8C18C6EF-36D9-AD6E-D54A-4FD7F931EB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78DEBD99-125F-95E0-8F6D-82D9E8077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CA05D06-72FF-481F-DE83-A352CCC08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0ACA8CD-C3E3-363F-5189-0B3326CF8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31D806B-488B-265C-852F-BE4C6B96E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CDC0B24-0D63-FB1A-7F93-6303B13E2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8FC509F-4D5F-8421-E133-91F5E3660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026A56B-8726-6CF4-B7C7-02F7DE29E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D11A480-C669-FB06-ED4B-D5A1C4AD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0EBDD57-DCCF-0AD0-210C-D94CCB6B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045EA76-0A69-4E76-DFDB-150EA5E2E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0E1062F-5333-012A-F386-8B318D9D7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BAC25D2-2311-47F5-219C-6012FF07D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82F5469-0453-4441-FF60-677A6AF71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84A02E0-96FD-A54C-D42C-399C0CC76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2C5B829-3AB6-1F0D-86D7-1571479A4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17A97D85-D7D9-2255-D1B0-65DBFAF94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2CEFACA-D68C-A926-51BC-A9078C09B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55A54ABC-13A7-61EE-6B02-23390A26A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42F5EF0B-A408-1B8B-7E4A-3ED431AA5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ECCCA70-9986-D2AB-78C0-A14C7D64B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E9308A52-4FD9-E38B-0094-61C0C415D3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40ED85B0-2581-76B9-EEB0-0C551CBBE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BAA4CE32-EC19-C1E3-39D8-435FF2DCE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138F1C69-08B4-A9B0-271F-F3E4E302D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F2FD6E0-0154-EF0B-E324-4F349BA5B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4EA61C6-299F-3739-7960-E71C77E12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E507C2D-453F-D7E9-6C84-3EA1E8781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8004DC2-FF6A-E184-902D-A10FD5E91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1F71A2D-4C90-3E72-884A-2BC206B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A195343-5D6F-329D-E767-C731CBFBE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E5974778-9CD4-BC64-592E-AD5DDDBEEB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45D9849-DB84-A7FC-028D-D69BEED1B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8DA44B0-2F60-84B6-A684-22E95E7B6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63B64A1-7F47-3CC5-9E1C-081E5CE63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2DD723C8-170E-9609-3084-0029CB0B2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70A5F2ED-A7FC-DC87-92E4-00CE37A44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4DB0E08-6392-9C6D-37BE-E424EFCC5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611BC6B-94B7-477E-12CF-8F7DDF629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50E8733-EA0E-1D7F-9200-E6E72A5A9D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BD29EC9-7484-3EF3-92C2-25A870564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A8DEE814-3923-3370-5A33-D5C2FE972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DD3476B-3FB7-5EB0-8263-E283CE963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D5C2C9B-CF90-43F8-5372-B4ED82C16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4D58CE7-0028-B98C-E236-8A298E253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283A54F-5700-E8D5-27EA-6F4EFE064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B4A927A-8189-B03F-9FB1-385FE1553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9A696D9-6FCC-F4DC-ED80-5E8312BA4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25FB556-1973-30B2-B640-B09892CB5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91C236F-5D3A-421B-DD9F-4CAF284BA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0A01DC2-9F26-4DB0-B685-6C808C685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4C6FB6D7-875A-E5B0-9EC1-130431859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FCEEB1B-6770-FDB8-089C-10964CFA2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FB4A8B0-13C4-89AD-49B3-65F23F77A3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AFF921A-B9BE-FB8D-D7B3-D5D9B4BCE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BD2CDA6-8CF5-DED6-918D-914536E911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AA835AC5-228A-31B4-CFB5-BFE82FDA47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21343BF0-1787-8757-5659-8A97B0CB8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47F00FA-B316-0985-25EE-9C1947E10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AAC3A38-6975-F089-5091-4BF47E2BC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4FDF9883-C124-91E9-6E8F-CD0C960DE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1AACAC1A-CE5E-C410-A99A-1F96DEBB5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21710E4-5345-93E5-3541-FA361F717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1F4C7425-B3F0-1319-7786-952298FDF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2B2B5FB7-6B38-6BA0-583B-AC7C5C1EA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8BF6A65B-8E3D-12B7-E099-E5D3666F2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FF0CD19-A4CC-A552-89AE-E49670D76A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45F7F62C-CFDB-24DA-583C-3FFF1EAC2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487B2F6-B844-38D7-836C-653F93558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D0BEF720-74B5-F15B-8AC9-2E6FB9435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A3191F07-2566-425F-3378-17CDFBCAF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5325179-5D88-E699-4ACE-236BF8216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5E196E2-231B-1491-65E7-882C4BC90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6C55B91-43EE-A6D9-FD33-848CC85E2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23D23D87-712B-7E9F-A062-3AC71937A5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704E3250-60B7-ACA7-4C16-33959403B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A0680216-7060-2767-3FFC-4E143795F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B0AE6253-61E2-7290-8389-6CB253D700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91C54008-8F8D-841B-5347-08521F5C1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33B7C4AB-3CCF-1E87-9C1F-15CEF3A86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51D75BDD-0461-BBCD-286B-416DEBFD0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FDC14AD2-F08C-5A64-1F6D-BFCC58BE9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6760A2F-1E4C-ECFA-317A-7B0361783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C4079B0B-E301-C89F-CCCD-771E11DDA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729609B0-43F0-857B-D5E6-BB39DB09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7D7613-BDCC-91F3-1F63-7148ED4DF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8DE01A9-8024-2253-AF5E-8C15ADFA3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67069ECA-1128-92D8-3793-5933408B2C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F7E82-C41B-58D3-1362-C14613B77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35FA1C61-63B1-0622-4CDD-710E21A9F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BD2A7407-7E41-35CF-411D-14B74C20F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702AE74E-FA94-B1A6-5594-0104C6443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72E10DA-2A6C-6F3B-A8E3-70904CCD4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3106622-A657-6A1C-837A-47D59408A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6A2A1D50-5EAA-E653-A3AF-3B5496073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AE5FC4C5-A028-9B82-EEE5-21DA86227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8713A422-A86F-DED1-09C6-4E8AC7DEA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ADC3D309-ECD1-3A64-9174-14BB879A7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7B05127-B85F-8D57-B851-38EC87B66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C51AEB5-5A4D-4508-166E-0B5449EA2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A1490250-A5B5-F1EA-CB35-D08EB2E5C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7BC959D5-208C-35D4-590B-9F80DD823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EE195E82-4971-0CC5-AD0E-40D94E5AB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B69EBAC-45DD-7249-8AB2-0D71610B3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3DDDB370-739A-7211-4CFA-D3DD20423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B60DE0E6-5877-84C7-C0CC-309FA412C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9DCC4A4E-2892-1047-254C-E24D23F66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8EFD8F74-F2D1-8391-21D4-4C96EE952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878DEF6-A950-E482-1313-253F47AA8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6E280090-7478-A7A4-F2B6-6F65128BB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D5F7759-2D63-8E1A-F1F0-2DE81E56E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0D1B9571-6E42-F3BD-D4EB-BFB4969A8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CD29DAA1-E147-FD00-9F4E-E2EB41B6B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614C8BBA-C693-9EDC-D3DD-F3E9DC11D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0FEE157B-6138-F73C-F6BA-500F79C18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64F90433-A5E1-8150-0DFC-1816E37CF2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04C30E86-178E-9FA8-61DD-029ACD79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CE59D2B3-1E2B-98C1-1851-B199257D2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B46292E-1DD1-6736-26DB-313329385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2B242738-869B-37F0-0949-D00EE371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01F7234-0CD0-8A98-72B0-21C4A9842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F6DCC2EB-7F28-B669-69C6-F452DD884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355BF33F-DA21-73F4-0875-38B519CFA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F674586-5B5F-261C-F4D0-3830FB4EE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8BC03E00-C591-AD37-C191-2E13E8184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A69C1E37-6B33-88D6-00FA-C1ED44767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7DB6B535-69B5-B9EB-A38F-7FA9C4A8E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96812C7D-2C4B-4C03-69A2-38BDD9765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7E1C43A2-4169-8F94-DDA3-646C5F6BF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CBAC1A3-01FC-3AC6-6A09-734F3503B8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27DA369-D520-26B6-31E4-FCC636EFB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B49DB4CF-7E90-4AE6-213E-94C879C1B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D13A99DE-0E0C-1DE3-FF78-1BEFB323F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8AD2BA7C-4723-4885-93C5-232BA1033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30DDB1AA-9C28-09E2-4562-2971CB653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0EBB37AF-2924-5D24-AB75-F84D875BD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11B037CB-8F38-3D88-CBF2-93E210A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324E6A09-F552-9810-4BB4-5E3265EFD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1EACB29-9F62-2780-483E-E3F6A6655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91146ED-93FB-F675-432E-CA6282EF0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F07DE67-51C4-50DA-2C73-52060FB67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C95D3B82-A7B8-FE7C-97A1-99497B6D9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22E80D6-B4D1-5973-63E2-5BA03D174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9E1AFFC-B11B-C13B-25B5-F9988145D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B365FD6D-ECE4-4EB0-D81A-32F69350E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BB702D2-3479-23AF-7FCD-0C22EF7DA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635FCDF8-5A1B-F8F9-85A4-5D2461B04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380F5F04-4FB1-BF8E-43F1-493EC5045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680621CD-B743-8689-0CBB-FEDD5C409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B1B3CE92-3976-D33A-10EE-E115776D0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4FA808A9-0DA4-926C-E4E7-43226FAA3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5BE0FC98-F288-9170-EFDB-2B0619DC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5C62BDC3-58C0-EC76-24E4-52FAC2823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6F7B80BA-9329-CCAF-CACC-D02CF0104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6D1BACE0-9870-DA23-7EA2-B412CF1A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5E77D865-0546-4632-D02D-375378214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4A89A82-1FA2-A050-8558-819CA0CE4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E7ED9349-7DF8-ABC4-0338-468B9A865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E3291132-7FC1-0DBF-F27C-3988F4F34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4863CD49-FF5E-7CEE-9B8F-F12C6A7EF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7190982-2F3D-A15B-EF7C-1F8A900FE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DBB637CB-8FD2-6DA0-F662-5EF22E861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645FDE49-18F7-0A6B-62A3-96E1FF059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CF70B9E-7654-25F8-219C-CB6BDA03D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8269541-2A7B-B99C-DFC2-929DC72D0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65B97834-505F-1782-6204-224A9C04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8BA614F-55BC-4ACD-C7F3-054C2FC33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E2458748-6827-4329-BD20-D991E9DB1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A1ED1B76-B5C2-3322-679D-C1C17C58C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F0F5DE81-1257-4A4E-CC70-994FC3D85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83748992-514E-35BE-5EA5-9068494E8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2A7BCE09-872D-82A4-32DD-E5265723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C09F1155-FA82-7D37-9444-BE707D12E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E3F71DE9-41EF-9F3A-1B0B-81E18B4C0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268AFA80-9411-CBCA-E7B0-D584A120E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15EB1FBA-E545-7058-B0D8-898AB39A9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E682860F-E863-779F-B8FB-5BEC29849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8C84545E-4815-7D19-2DD5-42438C699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69B617D4-759C-C63F-0C9D-52197CB66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EF3C69C8-27F2-CC6F-8A13-B7A986E21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E33F7CD-4333-6812-1C22-C65C218A6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B46695C2-872F-A065-3F77-85A12E585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4C8300F9-6CF4-6707-B0B8-DC1D4BD2D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F8C10C6D-A2D1-BAA9-E4B3-653157577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00F0F1B5-5A51-AEDC-08DF-A1C0FD767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5794FFAC-4F14-9D85-168C-2E40A6BD1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B244D021-50E1-145B-0B67-FB7A90EE74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3602951-5CC5-65F4-5632-A4874FC10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1441308-B8CE-8A5C-B8BB-61B7100D6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50FB3972-D492-2B1A-4CF2-2C64A6ED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71836C81-96D2-A5BF-1983-53AAB599C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C94231A4-0A94-A78D-0ED4-80F4D62E7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F81E176A-FDCD-87F2-4637-CFA611FF1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41DA174A-FBE6-983B-E3AC-3975E93B6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8E463A59-0548-22C8-7EC6-3287F9563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4A764E55-420B-22D7-91CB-25E88B03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5F13DB4-F148-DAD9-F4E8-E1F3691ED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456AD206-9B62-38FB-018D-6A24522E6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27DE2F48-E11E-5617-1D3F-B9ACA27C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4853F012-B821-749F-74AD-557851BB1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0324CC01-1F8D-54FB-E433-1968BDCAD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1A20027A-B2E7-C27A-6D19-0C2A6C460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E06DD980-A237-A6E4-956E-5D10A382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094DF9E-6A1C-9273-A906-7DA6E7447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829F7267-9381-5748-A656-54D5EBB31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CDA6158A-7A15-C166-9761-9342B0716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5E840D23-B905-CB8B-2647-88F6F1A27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17916C20-BE5E-F1F9-8561-CD1AAAC48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B2B78CAA-2D25-6002-B3BE-B84229289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5AAEECD5-D84A-E221-55C4-9DC9F5D9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BFF73EC2-81E6-4BF5-7B0C-0F443BA86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EF807F-648D-815E-26ED-0C9357E32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3946441-EA00-51DD-41E5-617270948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57F259D6-26A8-AB7A-1FE5-DE5F4DA69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02A3D8FF-429E-2E05-1332-B759AC679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608EFB15-8E08-224A-38B7-840D39E49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A791222-7733-FE11-F29A-1B70E3532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33D7C9D9-EE09-F3F4-7E43-B636F22A0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B629A2A-F39F-333A-493C-90F4435E2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E205D37F-1798-5FD7-A11F-91C1671BA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3EB21210-46EB-F65C-501F-E3106FCFC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0B332-CECE-F7BA-93E8-7CFBCF82F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477" y="2681304"/>
            <a:ext cx="4974771" cy="17220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noProof="1">
                <a:solidFill>
                  <a:schemeClr val="bg1"/>
                </a:solidFill>
              </a:rPr>
              <a:t>Through PhP and JS </a:t>
            </a:r>
            <a:r>
              <a:rPr lang="lv-LV" dirty="0">
                <a:solidFill>
                  <a:schemeClr val="bg1"/>
                </a:solidFill>
              </a:rPr>
              <a:t>- h</a:t>
            </a:r>
            <a:r>
              <a:rPr lang="en-US" dirty="0" err="1">
                <a:solidFill>
                  <a:schemeClr val="bg1"/>
                </a:solidFill>
              </a:rPr>
              <a:t>andles</a:t>
            </a:r>
            <a:r>
              <a:rPr lang="en-US" dirty="0">
                <a:solidFill>
                  <a:schemeClr val="bg1"/>
                </a:solidFill>
              </a:rPr>
              <a:t> login, registration, admin panel, chip data retrieval, contact form</a:t>
            </a:r>
          </a:p>
          <a:p>
            <a:endParaRPr lang="en-US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084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FF581-5DB6-236E-9967-C09B8CDA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55" y="0"/>
            <a:ext cx="9862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2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E27B19-58CD-88E6-05E2-9B22C85A5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85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64F08-87B2-3B0B-BC76-B8C08AAC3D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8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C62FE3-7EF7-BB89-340D-EE5637BCD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523" y="0"/>
            <a:ext cx="8768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14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2EADE-5126-6334-FD11-FBB50B65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6C72-23C9-5F2C-D50E-1CEB9117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User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authentification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– through the use of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Login.php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Register.php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C0C85A-1B77-2B31-3FE7-5DBE981DE5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" r="2311"/>
          <a:stretch>
            <a:fillRect/>
          </a:stretch>
        </p:blipFill>
        <p:spPr>
          <a:xfrm>
            <a:off x="7201947" y="369913"/>
            <a:ext cx="2475131" cy="278453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D4783-1E54-ED6C-E08D-279A86F559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5" r="7012" b="-1"/>
          <a:stretch>
            <a:fillRect/>
          </a:stretch>
        </p:blipFill>
        <p:spPr>
          <a:xfrm>
            <a:off x="8167942" y="3730267"/>
            <a:ext cx="3330077" cy="278453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7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C4FE0-9E90-16E1-54A3-CCFE6DB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D3D02EF-74B7-1193-FC79-CD5B2534F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AB2BE-BB91-DCE9-5DCB-E481F03C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C3A1CF-C65D-B426-8B50-9F3A02736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4B338-134B-D35E-FEB4-E62B03E57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4"/>
            <a:ext cx="2593206" cy="10715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lv-LV" sz="2000" dirty="0" err="1">
                <a:solidFill>
                  <a:schemeClr val="bg1"/>
                </a:solidFill>
              </a:rPr>
              <a:t>Admin</a:t>
            </a:r>
            <a:r>
              <a:rPr lang="lv-LV" sz="2000" dirty="0">
                <a:solidFill>
                  <a:schemeClr val="bg1"/>
                </a:solidFill>
              </a:rPr>
              <a:t> </a:t>
            </a:r>
            <a:r>
              <a:rPr lang="lv-LV" sz="2000" dirty="0" err="1">
                <a:solidFill>
                  <a:schemeClr val="bg1"/>
                </a:solidFill>
              </a:rPr>
              <a:t>panel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DB1B05-D958-275F-9474-D1515EBEE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0C5713-5907-4283-809D-DBD6F9B1A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67F51-97C9-F127-F4B4-051AB22CC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4180" y="1378897"/>
            <a:ext cx="7378431" cy="414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F2F39B1-1665-8F01-390F-C361B27FDDEC}"/>
                  </a:ext>
                </a:extLst>
              </p14:cNvPr>
              <p14:cNvContentPartPr/>
              <p14:nvPr/>
            </p14:nvContentPartPr>
            <p14:xfrm>
              <a:off x="6390985" y="172876"/>
              <a:ext cx="1695960" cy="79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F2F39B1-1665-8F01-390F-C361B27FDD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4865" y="166756"/>
                <a:ext cx="17082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A7D57B-891F-B438-80FD-588284423E2D}"/>
                  </a:ext>
                </a:extLst>
              </p14:cNvPr>
              <p14:cNvContentPartPr/>
              <p14:nvPr/>
            </p14:nvContentPartPr>
            <p14:xfrm>
              <a:off x="5514745" y="167116"/>
              <a:ext cx="5104080" cy="1124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A7D57B-891F-B438-80FD-588284423E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1745" y="104116"/>
                <a:ext cx="5229720" cy="124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E3F5DEE-CC95-55E3-A299-A8FE1135227E}"/>
              </a:ext>
            </a:extLst>
          </p:cNvPr>
          <p:cNvGrpSpPr/>
          <p:nvPr/>
        </p:nvGrpSpPr>
        <p:grpSpPr>
          <a:xfrm>
            <a:off x="7748185" y="5582956"/>
            <a:ext cx="4140360" cy="1156680"/>
            <a:chOff x="7748185" y="5582956"/>
            <a:chExt cx="4140360" cy="11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0C6C90-1D63-EF86-98D2-BA4FA6895778}"/>
                    </a:ext>
                  </a:extLst>
                </p14:cNvPr>
                <p14:cNvContentPartPr/>
                <p14:nvPr/>
              </p14:nvContentPartPr>
              <p14:xfrm>
                <a:off x="7748185" y="5582956"/>
                <a:ext cx="4140360" cy="1156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0C6C90-1D63-EF86-98D2-BA4FA689577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85545" y="5519956"/>
                  <a:ext cx="4266000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40F13C-8F16-4FF3-4433-4F242810970C}"/>
                    </a:ext>
                  </a:extLst>
                </p14:cNvPr>
                <p14:cNvContentPartPr/>
                <p14:nvPr/>
              </p14:nvContentPartPr>
              <p14:xfrm>
                <a:off x="7824865" y="5728036"/>
                <a:ext cx="29880" cy="3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40F13C-8F16-4FF3-4433-4F24281097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62225" y="5665396"/>
                  <a:ext cx="155520" cy="16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8035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C59F5-305E-2B74-7614-2C65938F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B8983CE-B69E-6229-67E6-3F65D1B7A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FFA2B-EAD4-8EDA-125D-45B8B1DC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556E99-E971-C086-8720-D746CFE58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2C6E1-7325-CFA7-42C9-15016EF4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4"/>
            <a:ext cx="2593206" cy="10715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lv-LV" sz="2000" dirty="0" err="1">
                <a:solidFill>
                  <a:schemeClr val="bg1"/>
                </a:solidFill>
              </a:rPr>
              <a:t>Admin</a:t>
            </a:r>
            <a:r>
              <a:rPr lang="lv-LV" sz="2000" dirty="0">
                <a:solidFill>
                  <a:schemeClr val="bg1"/>
                </a:solidFill>
              </a:rPr>
              <a:t> </a:t>
            </a:r>
            <a:r>
              <a:rPr lang="lv-LV" sz="2000" dirty="0" err="1">
                <a:solidFill>
                  <a:schemeClr val="bg1"/>
                </a:solidFill>
              </a:rPr>
              <a:t>panel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EAD27F-66F8-9BC6-ACDE-590EDD255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FDD4B2-35E3-BBBF-C7E8-5415FAC2B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CDFA7F-6823-1A72-8338-E02B74556060}"/>
                  </a:ext>
                </a:extLst>
              </p14:cNvPr>
              <p14:cNvContentPartPr/>
              <p14:nvPr/>
            </p14:nvContentPartPr>
            <p14:xfrm>
              <a:off x="6390985" y="172876"/>
              <a:ext cx="1695960" cy="79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CDFA7F-6823-1A72-8338-E02B745560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4865" y="166756"/>
                <a:ext cx="17082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3C4FD87-EA1A-434D-72FD-C9978CD8DB37}"/>
                  </a:ext>
                </a:extLst>
              </p14:cNvPr>
              <p14:cNvContentPartPr/>
              <p14:nvPr/>
            </p14:nvContentPartPr>
            <p14:xfrm>
              <a:off x="5514745" y="167116"/>
              <a:ext cx="5104080" cy="1124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3C4FD87-EA1A-434D-72FD-C9978CD8DB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1749" y="104116"/>
                <a:ext cx="5229711" cy="124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0061584-FD75-3A68-6666-A1B936226F15}"/>
              </a:ext>
            </a:extLst>
          </p:cNvPr>
          <p:cNvGrpSpPr/>
          <p:nvPr/>
        </p:nvGrpSpPr>
        <p:grpSpPr>
          <a:xfrm>
            <a:off x="7748185" y="5582956"/>
            <a:ext cx="4140360" cy="1156680"/>
            <a:chOff x="7748185" y="5582956"/>
            <a:chExt cx="4140360" cy="11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00F1BC0-879B-7758-6E00-1DA46487E67C}"/>
                    </a:ext>
                  </a:extLst>
                </p14:cNvPr>
                <p14:cNvContentPartPr/>
                <p14:nvPr/>
              </p14:nvContentPartPr>
              <p14:xfrm>
                <a:off x="7748185" y="5582956"/>
                <a:ext cx="4140360" cy="1156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00F1BC0-879B-7758-6E00-1DA46487E6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85185" y="5519956"/>
                  <a:ext cx="4266000" cy="12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A435F7D-3E16-AFB5-04DD-21A0C5A6BDD3}"/>
                    </a:ext>
                  </a:extLst>
                </p14:cNvPr>
                <p14:cNvContentPartPr/>
                <p14:nvPr/>
              </p14:nvContentPartPr>
              <p14:xfrm>
                <a:off x="7824865" y="5728036"/>
                <a:ext cx="29880" cy="3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A435F7D-3E16-AFB5-04DD-21A0C5A6BD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61865" y="5665036"/>
                  <a:ext cx="155520" cy="163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FCFCE3AB-6B45-18F1-2874-243EF7022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4" y="1120173"/>
            <a:ext cx="7934325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47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DB5F5-3E73-054A-8783-3CF7663E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300AE-65CA-7A24-D71D-710394EB0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422400"/>
            <a:ext cx="536733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93505-49E9-BF30-63CF-02BC6687D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663" y="3902075"/>
            <a:ext cx="536733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Database is setup through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database_setup.php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1A89CBBC-7743-43D9-A324-25CB472E9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4112" y="638849"/>
            <a:ext cx="5505449" cy="547564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D05EFD-8F81-8021-5175-CD384C690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698" y="3720659"/>
            <a:ext cx="2857899" cy="2667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3069B2-FCF5-44F1-8937-3D312407C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750" y="136064"/>
            <a:ext cx="2819794" cy="3448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81CDFF-3304-95E0-B37A-D97C9874B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182" y="847842"/>
            <a:ext cx="2734057" cy="50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8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A3073-0C33-1274-5677-23C39DDB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Security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524E-7E87-FDE9-ADE9-0C6B4DE7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5" cy="2454300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Session checking in check_session.php</a:t>
            </a:r>
            <a:endParaRPr lang="lv-LV" sz="24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Login/Logout logic</a:t>
            </a:r>
            <a:endParaRPr lang="lv-LV" sz="2400">
              <a:solidFill>
                <a:schemeClr val="bg1">
                  <a:alpha val="80000"/>
                </a:schemeClr>
              </a:solidFill>
            </a:endParaRPr>
          </a:p>
          <a:p>
            <a:r>
              <a:rPr lang="lv-LV" sz="2400">
                <a:solidFill>
                  <a:schemeClr val="bg1">
                    <a:alpha val="80000"/>
                  </a:schemeClr>
                </a:solidFill>
              </a:rPr>
              <a:t>Input validation</a:t>
            </a:r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E6756-6C22-12B8-3C9C-DFEBFED1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92680"/>
            <a:ext cx="5260976" cy="14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39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CC403-AE23-61D9-8DF3-889F01F1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lv-LV">
                <a:solidFill>
                  <a:schemeClr val="bg1"/>
                </a:solidFill>
              </a:rPr>
              <a:t>Potential improvements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2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4C0E-369F-74E1-5E98-B2576E43C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890" y="2502449"/>
            <a:ext cx="5217173" cy="1853102"/>
          </a:xfrm>
        </p:spPr>
        <p:txBody>
          <a:bodyPr>
            <a:normAutofit/>
          </a:bodyPr>
          <a:lstStyle/>
          <a:p>
            <a:r>
              <a:rPr lang="lv-LV" dirty="0" err="1">
                <a:solidFill>
                  <a:schemeClr val="bg1"/>
                </a:solidFill>
              </a:rPr>
              <a:t>Improve</a:t>
            </a:r>
            <a:r>
              <a:rPr lang="lv-LV" dirty="0">
                <a:solidFill>
                  <a:schemeClr val="bg1"/>
                </a:solidFill>
              </a:rPr>
              <a:t> </a:t>
            </a:r>
            <a:r>
              <a:rPr lang="lv-LV" dirty="0" err="1">
                <a:solidFill>
                  <a:schemeClr val="bg1"/>
                </a:solidFill>
              </a:rPr>
              <a:t>tuner</a:t>
            </a:r>
            <a:r>
              <a:rPr lang="lv-LV" dirty="0">
                <a:solidFill>
                  <a:schemeClr val="bg1"/>
                </a:solidFill>
              </a:rPr>
              <a:t> </a:t>
            </a:r>
            <a:r>
              <a:rPr lang="lv-LV" dirty="0" err="1">
                <a:solidFill>
                  <a:schemeClr val="bg1"/>
                </a:solidFill>
              </a:rPr>
              <a:t>with</a:t>
            </a:r>
            <a:r>
              <a:rPr lang="lv-LV" dirty="0">
                <a:solidFill>
                  <a:schemeClr val="bg1"/>
                </a:solidFill>
              </a:rPr>
              <a:t> </a:t>
            </a:r>
            <a:r>
              <a:rPr lang="lv-LV" dirty="0" err="1">
                <a:solidFill>
                  <a:schemeClr val="bg1"/>
                </a:solidFill>
              </a:rPr>
              <a:t>more</a:t>
            </a:r>
            <a:r>
              <a:rPr lang="lv-LV" dirty="0">
                <a:solidFill>
                  <a:schemeClr val="bg1"/>
                </a:solidFill>
              </a:rPr>
              <a:t> </a:t>
            </a:r>
            <a:r>
              <a:rPr lang="lv-LV" dirty="0" err="1">
                <a:solidFill>
                  <a:schemeClr val="bg1"/>
                </a:solidFill>
              </a:rPr>
              <a:t>accuracy</a:t>
            </a:r>
            <a:endParaRPr lang="lv-LV" dirty="0">
              <a:solidFill>
                <a:schemeClr val="bg1"/>
              </a:solidFill>
            </a:endParaRPr>
          </a:p>
          <a:p>
            <a:r>
              <a:rPr lang="lv-LV" dirty="0" err="1">
                <a:solidFill>
                  <a:schemeClr val="bg1"/>
                </a:solidFill>
              </a:rPr>
              <a:t>Add</a:t>
            </a:r>
            <a:r>
              <a:rPr lang="lv-LV" dirty="0">
                <a:solidFill>
                  <a:schemeClr val="bg1"/>
                </a:solidFill>
              </a:rPr>
              <a:t> a </a:t>
            </a:r>
            <a:r>
              <a:rPr lang="lv-LV" dirty="0" err="1">
                <a:solidFill>
                  <a:schemeClr val="bg1"/>
                </a:solidFill>
              </a:rPr>
              <a:t>database</a:t>
            </a:r>
            <a:r>
              <a:rPr lang="lv-LV" dirty="0">
                <a:solidFill>
                  <a:schemeClr val="bg1"/>
                </a:solidFill>
              </a:rPr>
              <a:t> </a:t>
            </a:r>
            <a:r>
              <a:rPr lang="lv-LV" dirty="0" err="1">
                <a:solidFill>
                  <a:schemeClr val="bg1"/>
                </a:solidFill>
              </a:rPr>
              <a:t>with</a:t>
            </a:r>
            <a:r>
              <a:rPr lang="lv-LV" dirty="0">
                <a:solidFill>
                  <a:schemeClr val="bg1"/>
                </a:solidFill>
              </a:rPr>
              <a:t> </a:t>
            </a:r>
            <a:r>
              <a:rPr lang="lv-LV" dirty="0" err="1">
                <a:solidFill>
                  <a:schemeClr val="bg1"/>
                </a:solidFill>
              </a:rPr>
              <a:t>more</a:t>
            </a:r>
            <a:r>
              <a:rPr lang="lv-LV" dirty="0">
                <a:solidFill>
                  <a:schemeClr val="bg1"/>
                </a:solidFill>
              </a:rPr>
              <a:t> </a:t>
            </a:r>
            <a:r>
              <a:rPr lang="lv-LV" dirty="0" err="1">
                <a:solidFill>
                  <a:schemeClr val="bg1"/>
                </a:solidFill>
              </a:rPr>
              <a:t>data</a:t>
            </a:r>
            <a:r>
              <a:rPr lang="lv-LV" dirty="0">
                <a:solidFill>
                  <a:schemeClr val="bg1"/>
                </a:solidFill>
              </a:rPr>
              <a:t> (</a:t>
            </a:r>
            <a:r>
              <a:rPr lang="lv-LV" dirty="0" err="1">
                <a:solidFill>
                  <a:schemeClr val="bg1"/>
                </a:solidFill>
              </a:rPr>
              <a:t>more</a:t>
            </a:r>
            <a:r>
              <a:rPr lang="lv-LV" dirty="0">
                <a:solidFill>
                  <a:schemeClr val="bg1"/>
                </a:solidFill>
              </a:rPr>
              <a:t> cars </a:t>
            </a:r>
            <a:r>
              <a:rPr lang="lv-LV" dirty="0" err="1">
                <a:solidFill>
                  <a:schemeClr val="bg1"/>
                </a:solidFill>
              </a:rPr>
              <a:t>etc</a:t>
            </a:r>
            <a:r>
              <a:rPr lang="lv-LV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262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4D1F7-EF82-BBAF-FB77-E0275F50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lv-LV">
                <a:solidFill>
                  <a:schemeClr val="bg1"/>
                </a:solidFill>
              </a:rPr>
              <a:t>Conclusion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05E02-9A03-BF3C-CD98-A6F97A978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All in all, the ProTune Chiptuning Website project was a success.</a:t>
            </a:r>
            <a:endParaRPr lang="lv-LV" sz="20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The primary objectives were met, including:</a:t>
            </a:r>
            <a:endParaRPr lang="lv-LV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 Designing and developing a responsive, user-friendly website</a:t>
            </a:r>
            <a:endParaRPr lang="lv-LV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Implementing core features like user authentication, chip data access, and a contact form</a:t>
            </a:r>
            <a:endParaRPr lang="lv-LV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Creating a basic admin backend for site management</a:t>
            </a:r>
            <a:endParaRPr lang="lv-LV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Ensuring a clean and professional visual design aligned with the automotive theme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5747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52B20-B83B-2DD1-9CD0-774C2EB6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 for  your attention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6565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297</Words>
  <Application>Microsoft Office PowerPoint</Application>
  <PresentationFormat>Widescreen</PresentationFormat>
  <Paragraphs>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ProTune </vt:lpstr>
      <vt:lpstr>Purpose of website</vt:lpstr>
      <vt:lpstr>Target audience</vt:lpstr>
      <vt:lpstr>Goals</vt:lpstr>
      <vt:lpstr>Website structure</vt:lpstr>
      <vt:lpstr>Frontend</vt:lpstr>
      <vt:lpstr>Backend</vt:lpstr>
      <vt:lpstr>PowerPoint Presentation</vt:lpstr>
      <vt:lpstr>PowerPoint Presentation</vt:lpstr>
      <vt:lpstr>PowerPoint Presentation</vt:lpstr>
      <vt:lpstr>PowerPoint Presentation</vt:lpstr>
      <vt:lpstr>Key features</vt:lpstr>
      <vt:lpstr>Key features</vt:lpstr>
      <vt:lpstr>Key features</vt:lpstr>
      <vt:lpstr>Key features</vt:lpstr>
      <vt:lpstr>Security Considerations</vt:lpstr>
      <vt:lpstr>Potential improvements</vt:lpstr>
      <vt:lpstr>Conclusion</vt:lpstr>
      <vt:lpstr>Thank you for 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Kristers Jirgensons</dc:creator>
  <cp:lastModifiedBy>Kristers Jirgensons</cp:lastModifiedBy>
  <cp:revision>2</cp:revision>
  <dcterms:created xsi:type="dcterms:W3CDTF">2025-05-26T18:47:36Z</dcterms:created>
  <dcterms:modified xsi:type="dcterms:W3CDTF">2025-05-26T19:28:19Z</dcterms:modified>
</cp:coreProperties>
</file>