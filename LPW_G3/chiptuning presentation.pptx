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2" r:id="rId9"/>
    <p:sldId id="264" r:id="rId10"/>
    <p:sldId id="266" r:id="rId11"/>
    <p:sldId id="265" r:id="rId12"/>
    <p:sldId id="268" r:id="rId13"/>
    <p:sldId id="273" r:id="rId14"/>
    <p:sldId id="276" r:id="rId15"/>
    <p:sldId id="274" r:id="rId16"/>
    <p:sldId id="275" r:id="rId17"/>
    <p:sldId id="278" r:id="rId18"/>
    <p:sldId id="277" r:id="rId19"/>
    <p:sldId id="27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BC4CC8-8E91-4F1F-B35A-E8F9A40F2483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61AD1A9-6C1D-49BA-A111-A0E94B5B38E2}">
      <dgm:prSet/>
      <dgm:spPr/>
      <dgm:t>
        <a:bodyPr/>
        <a:lstStyle/>
        <a:p>
          <a:r>
            <a:rPr lang="en-US" b="1" i="0" baseline="0" noProof="1"/>
            <a:t>Car enthusiasts</a:t>
          </a:r>
          <a:r>
            <a:rPr lang="en-US" b="0" i="0" baseline="0" noProof="1"/>
            <a:t> looking to enhance their vehicle's performance through software optimization.</a:t>
          </a:r>
          <a:endParaRPr lang="en-US" noProof="1"/>
        </a:p>
      </dgm:t>
    </dgm:pt>
    <dgm:pt modelId="{172EB9D2-4E5C-4D07-BA72-663F69D7BB18}" type="parTrans" cxnId="{351D5063-8C4E-48C7-B4AE-F7BD2A96F0AD}">
      <dgm:prSet/>
      <dgm:spPr/>
      <dgm:t>
        <a:bodyPr/>
        <a:lstStyle/>
        <a:p>
          <a:endParaRPr lang="en-US"/>
        </a:p>
      </dgm:t>
    </dgm:pt>
    <dgm:pt modelId="{E08A963B-1FE9-4039-A81D-4A36E7983684}" type="sibTrans" cxnId="{351D5063-8C4E-48C7-B4AE-F7BD2A96F0AD}">
      <dgm:prSet/>
      <dgm:spPr/>
      <dgm:t>
        <a:bodyPr/>
        <a:lstStyle/>
        <a:p>
          <a:endParaRPr lang="en-US" noProof="1"/>
        </a:p>
      </dgm:t>
    </dgm:pt>
    <dgm:pt modelId="{5754C1B9-C896-4F87-840E-DD21D282B017}">
      <dgm:prSet/>
      <dgm:spPr/>
      <dgm:t>
        <a:bodyPr/>
        <a:lstStyle/>
        <a:p>
          <a:r>
            <a:rPr lang="en-US" b="0" i="0" baseline="0" noProof="1"/>
            <a:t>Vehicle owners seeking better fuel efficiency or more horsepower.</a:t>
          </a:r>
          <a:endParaRPr lang="en-US" noProof="1"/>
        </a:p>
      </dgm:t>
    </dgm:pt>
    <dgm:pt modelId="{72D7F4FA-DC16-43ED-BA04-109192C39F04}" type="parTrans" cxnId="{037E2A1E-0306-4211-A7EE-1B2ABB2A2493}">
      <dgm:prSet/>
      <dgm:spPr/>
      <dgm:t>
        <a:bodyPr/>
        <a:lstStyle/>
        <a:p>
          <a:endParaRPr lang="en-US"/>
        </a:p>
      </dgm:t>
    </dgm:pt>
    <dgm:pt modelId="{AE964CE0-0EBD-4A98-B376-A0C308F6DFAF}" type="sibTrans" cxnId="{037E2A1E-0306-4211-A7EE-1B2ABB2A2493}">
      <dgm:prSet/>
      <dgm:spPr/>
      <dgm:t>
        <a:bodyPr/>
        <a:lstStyle/>
        <a:p>
          <a:endParaRPr lang="en-US" noProof="1"/>
        </a:p>
      </dgm:t>
    </dgm:pt>
    <dgm:pt modelId="{64739411-A197-4337-A93A-61D27ACA0E58}">
      <dgm:prSet/>
      <dgm:spPr/>
      <dgm:t>
        <a:bodyPr/>
        <a:lstStyle/>
        <a:p>
          <a:r>
            <a:rPr lang="en-US" b="0" i="0" baseline="0" noProof="1"/>
            <a:t>Automotive professionals who may partner with or refer clients to ProTune.</a:t>
          </a:r>
          <a:endParaRPr lang="en-US" noProof="1"/>
        </a:p>
      </dgm:t>
    </dgm:pt>
    <dgm:pt modelId="{6F33EA86-EE40-4EDD-B565-98B674AA91E4}" type="parTrans" cxnId="{60FB5D26-37EC-4710-A2C4-0DBFEA0E8DA6}">
      <dgm:prSet/>
      <dgm:spPr/>
      <dgm:t>
        <a:bodyPr/>
        <a:lstStyle/>
        <a:p>
          <a:endParaRPr lang="en-US"/>
        </a:p>
      </dgm:t>
    </dgm:pt>
    <dgm:pt modelId="{D2E9BA5E-DE5A-421D-909E-278056F17E04}" type="sibTrans" cxnId="{60FB5D26-37EC-4710-A2C4-0DBFEA0E8DA6}">
      <dgm:prSet/>
      <dgm:spPr/>
      <dgm:t>
        <a:bodyPr/>
        <a:lstStyle/>
        <a:p>
          <a:endParaRPr lang="en-US"/>
        </a:p>
      </dgm:t>
    </dgm:pt>
    <dgm:pt modelId="{FC7B606C-A16F-4A34-AD2D-C96001154197}" type="pres">
      <dgm:prSet presAssocID="{49BC4CC8-8E91-4F1F-B35A-E8F9A40F2483}" presName="outerComposite" presStyleCnt="0">
        <dgm:presLayoutVars>
          <dgm:chMax val="5"/>
          <dgm:dir/>
          <dgm:resizeHandles val="exact"/>
        </dgm:presLayoutVars>
      </dgm:prSet>
      <dgm:spPr/>
    </dgm:pt>
    <dgm:pt modelId="{52F8F827-5EEF-4DDE-AEA5-8961FB98F162}" type="pres">
      <dgm:prSet presAssocID="{49BC4CC8-8E91-4F1F-B35A-E8F9A40F2483}" presName="dummyMaxCanvas" presStyleCnt="0">
        <dgm:presLayoutVars/>
      </dgm:prSet>
      <dgm:spPr/>
    </dgm:pt>
    <dgm:pt modelId="{43F5F7F1-1AE3-41AA-B30D-C3F87EA44A92}" type="pres">
      <dgm:prSet presAssocID="{49BC4CC8-8E91-4F1F-B35A-E8F9A40F2483}" presName="ThreeNodes_1" presStyleLbl="node1" presStyleIdx="0" presStyleCnt="3">
        <dgm:presLayoutVars>
          <dgm:bulletEnabled val="1"/>
        </dgm:presLayoutVars>
      </dgm:prSet>
      <dgm:spPr/>
    </dgm:pt>
    <dgm:pt modelId="{C999BB72-78DD-4884-944F-7F5AAD3159DD}" type="pres">
      <dgm:prSet presAssocID="{49BC4CC8-8E91-4F1F-B35A-E8F9A40F2483}" presName="ThreeNodes_2" presStyleLbl="node1" presStyleIdx="1" presStyleCnt="3">
        <dgm:presLayoutVars>
          <dgm:bulletEnabled val="1"/>
        </dgm:presLayoutVars>
      </dgm:prSet>
      <dgm:spPr/>
    </dgm:pt>
    <dgm:pt modelId="{40A8FB5F-5447-4E25-865F-B00121FEBE92}" type="pres">
      <dgm:prSet presAssocID="{49BC4CC8-8E91-4F1F-B35A-E8F9A40F2483}" presName="ThreeNodes_3" presStyleLbl="node1" presStyleIdx="2" presStyleCnt="3">
        <dgm:presLayoutVars>
          <dgm:bulletEnabled val="1"/>
        </dgm:presLayoutVars>
      </dgm:prSet>
      <dgm:spPr/>
    </dgm:pt>
    <dgm:pt modelId="{B562CA49-575C-4AF3-85B2-267DA11604BF}" type="pres">
      <dgm:prSet presAssocID="{49BC4CC8-8E91-4F1F-B35A-E8F9A40F2483}" presName="ThreeConn_1-2" presStyleLbl="fgAccFollowNode1" presStyleIdx="0" presStyleCnt="2">
        <dgm:presLayoutVars>
          <dgm:bulletEnabled val="1"/>
        </dgm:presLayoutVars>
      </dgm:prSet>
      <dgm:spPr/>
    </dgm:pt>
    <dgm:pt modelId="{C7AFF9A5-0A90-40F8-BAB0-A36164387518}" type="pres">
      <dgm:prSet presAssocID="{49BC4CC8-8E91-4F1F-B35A-E8F9A40F2483}" presName="ThreeConn_2-3" presStyleLbl="fgAccFollowNode1" presStyleIdx="1" presStyleCnt="2">
        <dgm:presLayoutVars>
          <dgm:bulletEnabled val="1"/>
        </dgm:presLayoutVars>
      </dgm:prSet>
      <dgm:spPr/>
    </dgm:pt>
    <dgm:pt modelId="{98C95AD6-BCEA-44B9-8E0C-96C2E6DF519C}" type="pres">
      <dgm:prSet presAssocID="{49BC4CC8-8E91-4F1F-B35A-E8F9A40F2483}" presName="ThreeNodes_1_text" presStyleLbl="node1" presStyleIdx="2" presStyleCnt="3">
        <dgm:presLayoutVars>
          <dgm:bulletEnabled val="1"/>
        </dgm:presLayoutVars>
      </dgm:prSet>
      <dgm:spPr/>
    </dgm:pt>
    <dgm:pt modelId="{8F74416B-9F50-45F1-84D6-A10C7B877686}" type="pres">
      <dgm:prSet presAssocID="{49BC4CC8-8E91-4F1F-B35A-E8F9A40F2483}" presName="ThreeNodes_2_text" presStyleLbl="node1" presStyleIdx="2" presStyleCnt="3">
        <dgm:presLayoutVars>
          <dgm:bulletEnabled val="1"/>
        </dgm:presLayoutVars>
      </dgm:prSet>
      <dgm:spPr/>
    </dgm:pt>
    <dgm:pt modelId="{CCE0EAF1-634A-46CE-BC85-4442F7DDCA01}" type="pres">
      <dgm:prSet presAssocID="{49BC4CC8-8E91-4F1F-B35A-E8F9A40F2483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9EED0F19-B301-42E1-9BF0-5F45346DC962}" type="presOf" srcId="{5754C1B9-C896-4F87-840E-DD21D282B017}" destId="{8F74416B-9F50-45F1-84D6-A10C7B877686}" srcOrd="1" destOrd="0" presId="urn:microsoft.com/office/officeart/2005/8/layout/vProcess5"/>
    <dgm:cxn modelId="{037E2A1E-0306-4211-A7EE-1B2ABB2A2493}" srcId="{49BC4CC8-8E91-4F1F-B35A-E8F9A40F2483}" destId="{5754C1B9-C896-4F87-840E-DD21D282B017}" srcOrd="1" destOrd="0" parTransId="{72D7F4FA-DC16-43ED-BA04-109192C39F04}" sibTransId="{AE964CE0-0EBD-4A98-B376-A0C308F6DFAF}"/>
    <dgm:cxn modelId="{6373F922-AAC9-44D2-B03F-D14FFF03BC46}" type="presOf" srcId="{E08A963B-1FE9-4039-A81D-4A36E7983684}" destId="{B562CA49-575C-4AF3-85B2-267DA11604BF}" srcOrd="0" destOrd="0" presId="urn:microsoft.com/office/officeart/2005/8/layout/vProcess5"/>
    <dgm:cxn modelId="{60FB5D26-37EC-4710-A2C4-0DBFEA0E8DA6}" srcId="{49BC4CC8-8E91-4F1F-B35A-E8F9A40F2483}" destId="{64739411-A197-4337-A93A-61D27ACA0E58}" srcOrd="2" destOrd="0" parTransId="{6F33EA86-EE40-4EDD-B565-98B674AA91E4}" sibTransId="{D2E9BA5E-DE5A-421D-909E-278056F17E04}"/>
    <dgm:cxn modelId="{9EB90D3C-CABC-4934-B3DA-5E5CBF9CCFF7}" type="presOf" srcId="{5754C1B9-C896-4F87-840E-DD21D282B017}" destId="{C999BB72-78DD-4884-944F-7F5AAD3159DD}" srcOrd="0" destOrd="0" presId="urn:microsoft.com/office/officeart/2005/8/layout/vProcess5"/>
    <dgm:cxn modelId="{C2BEB45E-D4FF-4E38-9384-70C006A0B020}" type="presOf" srcId="{49BC4CC8-8E91-4F1F-B35A-E8F9A40F2483}" destId="{FC7B606C-A16F-4A34-AD2D-C96001154197}" srcOrd="0" destOrd="0" presId="urn:microsoft.com/office/officeart/2005/8/layout/vProcess5"/>
    <dgm:cxn modelId="{351D5063-8C4E-48C7-B4AE-F7BD2A96F0AD}" srcId="{49BC4CC8-8E91-4F1F-B35A-E8F9A40F2483}" destId="{361AD1A9-6C1D-49BA-A111-A0E94B5B38E2}" srcOrd="0" destOrd="0" parTransId="{172EB9D2-4E5C-4D07-BA72-663F69D7BB18}" sibTransId="{E08A963B-1FE9-4039-A81D-4A36E7983684}"/>
    <dgm:cxn modelId="{CF2A7F4D-C564-4685-AC62-6CD035EB2C2D}" type="presOf" srcId="{361AD1A9-6C1D-49BA-A111-A0E94B5B38E2}" destId="{43F5F7F1-1AE3-41AA-B30D-C3F87EA44A92}" srcOrd="0" destOrd="0" presId="urn:microsoft.com/office/officeart/2005/8/layout/vProcess5"/>
    <dgm:cxn modelId="{4E764F5A-721C-4B76-B55D-C506FEA2C240}" type="presOf" srcId="{64739411-A197-4337-A93A-61D27ACA0E58}" destId="{CCE0EAF1-634A-46CE-BC85-4442F7DDCA01}" srcOrd="1" destOrd="0" presId="urn:microsoft.com/office/officeart/2005/8/layout/vProcess5"/>
    <dgm:cxn modelId="{B8C3E3BA-0A1E-41A9-BE37-DA86A80B9555}" type="presOf" srcId="{361AD1A9-6C1D-49BA-A111-A0E94B5B38E2}" destId="{98C95AD6-BCEA-44B9-8E0C-96C2E6DF519C}" srcOrd="1" destOrd="0" presId="urn:microsoft.com/office/officeart/2005/8/layout/vProcess5"/>
    <dgm:cxn modelId="{FA803DCD-18F4-4829-9E80-1531943A94C2}" type="presOf" srcId="{AE964CE0-0EBD-4A98-B376-A0C308F6DFAF}" destId="{C7AFF9A5-0A90-40F8-BAB0-A36164387518}" srcOrd="0" destOrd="0" presId="urn:microsoft.com/office/officeart/2005/8/layout/vProcess5"/>
    <dgm:cxn modelId="{31789AFF-F7E3-467E-8670-47C853D3B335}" type="presOf" srcId="{64739411-A197-4337-A93A-61D27ACA0E58}" destId="{40A8FB5F-5447-4E25-865F-B00121FEBE92}" srcOrd="0" destOrd="0" presId="urn:microsoft.com/office/officeart/2005/8/layout/vProcess5"/>
    <dgm:cxn modelId="{7B167BAF-1928-43F1-9748-F6179D2EDA7F}" type="presParOf" srcId="{FC7B606C-A16F-4A34-AD2D-C96001154197}" destId="{52F8F827-5EEF-4DDE-AEA5-8961FB98F162}" srcOrd="0" destOrd="0" presId="urn:microsoft.com/office/officeart/2005/8/layout/vProcess5"/>
    <dgm:cxn modelId="{DC32DEF7-A105-45C1-A31E-F3FB59C22674}" type="presParOf" srcId="{FC7B606C-A16F-4A34-AD2D-C96001154197}" destId="{43F5F7F1-1AE3-41AA-B30D-C3F87EA44A92}" srcOrd="1" destOrd="0" presId="urn:microsoft.com/office/officeart/2005/8/layout/vProcess5"/>
    <dgm:cxn modelId="{D152F7E3-19D3-4469-AA98-573ED7538BA4}" type="presParOf" srcId="{FC7B606C-A16F-4A34-AD2D-C96001154197}" destId="{C999BB72-78DD-4884-944F-7F5AAD3159DD}" srcOrd="2" destOrd="0" presId="urn:microsoft.com/office/officeart/2005/8/layout/vProcess5"/>
    <dgm:cxn modelId="{18720FA9-067B-48D4-91F7-F8EBA48F73D7}" type="presParOf" srcId="{FC7B606C-A16F-4A34-AD2D-C96001154197}" destId="{40A8FB5F-5447-4E25-865F-B00121FEBE92}" srcOrd="3" destOrd="0" presId="urn:microsoft.com/office/officeart/2005/8/layout/vProcess5"/>
    <dgm:cxn modelId="{607F3B2D-F9C3-4412-9E61-C574A125295B}" type="presParOf" srcId="{FC7B606C-A16F-4A34-AD2D-C96001154197}" destId="{B562CA49-575C-4AF3-85B2-267DA11604BF}" srcOrd="4" destOrd="0" presId="urn:microsoft.com/office/officeart/2005/8/layout/vProcess5"/>
    <dgm:cxn modelId="{6E1016A6-301C-436C-8AC7-BC741FC12C4E}" type="presParOf" srcId="{FC7B606C-A16F-4A34-AD2D-C96001154197}" destId="{C7AFF9A5-0A90-40F8-BAB0-A36164387518}" srcOrd="5" destOrd="0" presId="urn:microsoft.com/office/officeart/2005/8/layout/vProcess5"/>
    <dgm:cxn modelId="{C685C4E9-7D9C-4508-83E9-7E58C97BDED4}" type="presParOf" srcId="{FC7B606C-A16F-4A34-AD2D-C96001154197}" destId="{98C95AD6-BCEA-44B9-8E0C-96C2E6DF519C}" srcOrd="6" destOrd="0" presId="urn:microsoft.com/office/officeart/2005/8/layout/vProcess5"/>
    <dgm:cxn modelId="{6C46374E-A511-45F4-A00C-76D8F5315B9F}" type="presParOf" srcId="{FC7B606C-A16F-4A34-AD2D-C96001154197}" destId="{8F74416B-9F50-45F1-84D6-A10C7B877686}" srcOrd="7" destOrd="0" presId="urn:microsoft.com/office/officeart/2005/8/layout/vProcess5"/>
    <dgm:cxn modelId="{BF67E0C9-4A7D-4A12-9B55-0014AD60D95B}" type="presParOf" srcId="{FC7B606C-A16F-4A34-AD2D-C96001154197}" destId="{CCE0EAF1-634A-46CE-BC85-4442F7DDCA01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923970D-9148-49C9-83CF-8859B804E6A1}" type="doc">
      <dgm:prSet loTypeId="urn:microsoft.com/office/officeart/2016/7/layout/VerticalSolidActionList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5A1EDBD6-31DB-4F1D-BC1A-943EE039505E}">
      <dgm:prSet/>
      <dgm:spPr/>
      <dgm:t>
        <a:bodyPr/>
        <a:lstStyle/>
        <a:p>
          <a:r>
            <a:rPr lang="en-US" noProof="1"/>
            <a:t>Deliver</a:t>
          </a:r>
        </a:p>
      </dgm:t>
    </dgm:pt>
    <dgm:pt modelId="{897317DA-6D93-4253-B2D5-529EA3C50672}" type="parTrans" cxnId="{6F280DD9-640B-4B33-A69E-ED460044FF0E}">
      <dgm:prSet/>
      <dgm:spPr/>
      <dgm:t>
        <a:bodyPr/>
        <a:lstStyle/>
        <a:p>
          <a:endParaRPr lang="en-US"/>
        </a:p>
      </dgm:t>
    </dgm:pt>
    <dgm:pt modelId="{13C72AE2-B5FC-4F49-8B1E-4837F264B370}" type="sibTrans" cxnId="{6F280DD9-640B-4B33-A69E-ED460044FF0E}">
      <dgm:prSet/>
      <dgm:spPr/>
      <dgm:t>
        <a:bodyPr/>
        <a:lstStyle/>
        <a:p>
          <a:endParaRPr lang="en-US"/>
        </a:p>
      </dgm:t>
    </dgm:pt>
    <dgm:pt modelId="{96F0F434-4AA6-4C95-9A10-77411AF95A07}">
      <dgm:prSet/>
      <dgm:spPr/>
      <dgm:t>
        <a:bodyPr/>
        <a:lstStyle/>
        <a:p>
          <a:r>
            <a:rPr lang="en-US" noProof="1"/>
            <a:t>Deliver a professional online presence for ProTune.</a:t>
          </a:r>
        </a:p>
      </dgm:t>
    </dgm:pt>
    <dgm:pt modelId="{E178E36D-9E44-43AA-A229-35F25BE6CB37}" type="parTrans" cxnId="{93B97D0D-C8B2-43C4-8BF3-8B7EE86588AE}">
      <dgm:prSet/>
      <dgm:spPr/>
      <dgm:t>
        <a:bodyPr/>
        <a:lstStyle/>
        <a:p>
          <a:endParaRPr lang="en-US"/>
        </a:p>
      </dgm:t>
    </dgm:pt>
    <dgm:pt modelId="{B7285718-E6F5-45BD-9FC1-AD5EC6EA248C}" type="sibTrans" cxnId="{93B97D0D-C8B2-43C4-8BF3-8B7EE86588AE}">
      <dgm:prSet/>
      <dgm:spPr/>
      <dgm:t>
        <a:bodyPr/>
        <a:lstStyle/>
        <a:p>
          <a:endParaRPr lang="en-US"/>
        </a:p>
      </dgm:t>
    </dgm:pt>
    <dgm:pt modelId="{E2AE86A8-CC44-4D95-92CA-7756466B4E83}">
      <dgm:prSet/>
      <dgm:spPr/>
      <dgm:t>
        <a:bodyPr/>
        <a:lstStyle/>
        <a:p>
          <a:r>
            <a:rPr lang="en-US" noProof="1"/>
            <a:t>Enable</a:t>
          </a:r>
        </a:p>
      </dgm:t>
    </dgm:pt>
    <dgm:pt modelId="{7A941F84-FD58-48DD-814F-185D6FF812B0}" type="parTrans" cxnId="{51FC9FCB-8E1B-4670-9C85-B7643B71DEBC}">
      <dgm:prSet/>
      <dgm:spPr/>
      <dgm:t>
        <a:bodyPr/>
        <a:lstStyle/>
        <a:p>
          <a:endParaRPr lang="en-US"/>
        </a:p>
      </dgm:t>
    </dgm:pt>
    <dgm:pt modelId="{AC570D56-15CB-4086-B6C7-3721F0BDD5BF}" type="sibTrans" cxnId="{51FC9FCB-8E1B-4670-9C85-B7643B71DEBC}">
      <dgm:prSet/>
      <dgm:spPr/>
      <dgm:t>
        <a:bodyPr/>
        <a:lstStyle/>
        <a:p>
          <a:endParaRPr lang="en-US"/>
        </a:p>
      </dgm:t>
    </dgm:pt>
    <dgm:pt modelId="{20800F98-5EBA-4D1C-883F-14D81F94C3B0}">
      <dgm:prSet/>
      <dgm:spPr/>
      <dgm:t>
        <a:bodyPr/>
        <a:lstStyle/>
        <a:p>
          <a:r>
            <a:rPr lang="en-US" noProof="1"/>
            <a:t>Enable smooth interaction between users and the service team.</a:t>
          </a:r>
        </a:p>
      </dgm:t>
    </dgm:pt>
    <dgm:pt modelId="{A9A2FF6B-42BA-4148-937D-2EC9787D6889}" type="parTrans" cxnId="{7E5A30DA-4706-48B9-B3B9-EED9584CD277}">
      <dgm:prSet/>
      <dgm:spPr/>
      <dgm:t>
        <a:bodyPr/>
        <a:lstStyle/>
        <a:p>
          <a:endParaRPr lang="en-US"/>
        </a:p>
      </dgm:t>
    </dgm:pt>
    <dgm:pt modelId="{35CC72DB-EFC8-40B9-8A17-40239E6CF81C}" type="sibTrans" cxnId="{7E5A30DA-4706-48B9-B3B9-EED9584CD277}">
      <dgm:prSet/>
      <dgm:spPr/>
      <dgm:t>
        <a:bodyPr/>
        <a:lstStyle/>
        <a:p>
          <a:endParaRPr lang="en-US"/>
        </a:p>
      </dgm:t>
    </dgm:pt>
    <dgm:pt modelId="{8DBD6AD6-27D5-4DBF-B962-19069E388FF4}">
      <dgm:prSet/>
      <dgm:spPr/>
      <dgm:t>
        <a:bodyPr/>
        <a:lstStyle/>
        <a:p>
          <a:r>
            <a:rPr lang="en-US" noProof="1"/>
            <a:t>Lay</a:t>
          </a:r>
        </a:p>
      </dgm:t>
    </dgm:pt>
    <dgm:pt modelId="{1F07B12A-3BAF-4161-81BC-34A6595B690C}" type="parTrans" cxnId="{113A2F7A-A5EE-4CDE-B330-3BF4BCE87F99}">
      <dgm:prSet/>
      <dgm:spPr/>
      <dgm:t>
        <a:bodyPr/>
        <a:lstStyle/>
        <a:p>
          <a:endParaRPr lang="en-US"/>
        </a:p>
      </dgm:t>
    </dgm:pt>
    <dgm:pt modelId="{23D5AF3A-EB8D-477E-A004-A025EC6B1DA5}" type="sibTrans" cxnId="{113A2F7A-A5EE-4CDE-B330-3BF4BCE87F99}">
      <dgm:prSet/>
      <dgm:spPr/>
      <dgm:t>
        <a:bodyPr/>
        <a:lstStyle/>
        <a:p>
          <a:endParaRPr lang="en-US"/>
        </a:p>
      </dgm:t>
    </dgm:pt>
    <dgm:pt modelId="{9C0CE13B-AE16-44BD-8414-D0C428555ABD}">
      <dgm:prSet/>
      <dgm:spPr/>
      <dgm:t>
        <a:bodyPr/>
        <a:lstStyle/>
        <a:p>
          <a:r>
            <a:rPr lang="en-US" noProof="1"/>
            <a:t>Lay the groundwork for future expansion, like payment integration or user-specific tuning recommendations.</a:t>
          </a:r>
        </a:p>
      </dgm:t>
    </dgm:pt>
    <dgm:pt modelId="{752D6AC4-8091-4B08-84C4-24FC70554653}" type="parTrans" cxnId="{DFAE01D6-D788-44D2-9CCE-345EB302A825}">
      <dgm:prSet/>
      <dgm:spPr/>
      <dgm:t>
        <a:bodyPr/>
        <a:lstStyle/>
        <a:p>
          <a:endParaRPr lang="en-US"/>
        </a:p>
      </dgm:t>
    </dgm:pt>
    <dgm:pt modelId="{5124DE46-1B2F-49F3-A0C8-A26045397652}" type="sibTrans" cxnId="{DFAE01D6-D788-44D2-9CCE-345EB302A825}">
      <dgm:prSet/>
      <dgm:spPr/>
      <dgm:t>
        <a:bodyPr/>
        <a:lstStyle/>
        <a:p>
          <a:endParaRPr lang="en-US"/>
        </a:p>
      </dgm:t>
    </dgm:pt>
    <dgm:pt modelId="{72C8B691-CB5C-4BED-A8AB-D933FA0BE3B2}" type="pres">
      <dgm:prSet presAssocID="{F923970D-9148-49C9-83CF-8859B804E6A1}" presName="Name0" presStyleCnt="0">
        <dgm:presLayoutVars>
          <dgm:dir/>
          <dgm:animLvl val="lvl"/>
          <dgm:resizeHandles val="exact"/>
        </dgm:presLayoutVars>
      </dgm:prSet>
      <dgm:spPr/>
    </dgm:pt>
    <dgm:pt modelId="{742D3C3F-89B1-45C3-ADE8-5CF03C844EEC}" type="pres">
      <dgm:prSet presAssocID="{5A1EDBD6-31DB-4F1D-BC1A-943EE039505E}" presName="linNode" presStyleCnt="0"/>
      <dgm:spPr/>
    </dgm:pt>
    <dgm:pt modelId="{02C5F4E5-8A0E-4888-83BB-A02A24685DED}" type="pres">
      <dgm:prSet presAssocID="{5A1EDBD6-31DB-4F1D-BC1A-943EE039505E}" presName="parentText" presStyleLbl="alignNode1" presStyleIdx="0" presStyleCnt="3">
        <dgm:presLayoutVars>
          <dgm:chMax val="1"/>
          <dgm:bulletEnabled/>
        </dgm:presLayoutVars>
      </dgm:prSet>
      <dgm:spPr/>
    </dgm:pt>
    <dgm:pt modelId="{C196C421-9A55-4856-977F-1A8D5BE73610}" type="pres">
      <dgm:prSet presAssocID="{5A1EDBD6-31DB-4F1D-BC1A-943EE039505E}" presName="descendantText" presStyleLbl="alignAccFollowNode1" presStyleIdx="0" presStyleCnt="3">
        <dgm:presLayoutVars>
          <dgm:bulletEnabled/>
        </dgm:presLayoutVars>
      </dgm:prSet>
      <dgm:spPr/>
    </dgm:pt>
    <dgm:pt modelId="{6F98B5EE-1E4B-4A7D-8321-04E2142BA9AF}" type="pres">
      <dgm:prSet presAssocID="{13C72AE2-B5FC-4F49-8B1E-4837F264B370}" presName="sp" presStyleCnt="0"/>
      <dgm:spPr/>
    </dgm:pt>
    <dgm:pt modelId="{EEB5EBAF-9347-44A3-92F9-F4274895A658}" type="pres">
      <dgm:prSet presAssocID="{E2AE86A8-CC44-4D95-92CA-7756466B4E83}" presName="linNode" presStyleCnt="0"/>
      <dgm:spPr/>
    </dgm:pt>
    <dgm:pt modelId="{06EF3B7F-95FC-4679-A3E7-2E8D627106A7}" type="pres">
      <dgm:prSet presAssocID="{E2AE86A8-CC44-4D95-92CA-7756466B4E83}" presName="parentText" presStyleLbl="alignNode1" presStyleIdx="1" presStyleCnt="3">
        <dgm:presLayoutVars>
          <dgm:chMax val="1"/>
          <dgm:bulletEnabled/>
        </dgm:presLayoutVars>
      </dgm:prSet>
      <dgm:spPr/>
    </dgm:pt>
    <dgm:pt modelId="{9B2CF64E-BABA-4964-80D8-840CC7CC0D65}" type="pres">
      <dgm:prSet presAssocID="{E2AE86A8-CC44-4D95-92CA-7756466B4E83}" presName="descendantText" presStyleLbl="alignAccFollowNode1" presStyleIdx="1" presStyleCnt="3">
        <dgm:presLayoutVars>
          <dgm:bulletEnabled/>
        </dgm:presLayoutVars>
      </dgm:prSet>
      <dgm:spPr/>
    </dgm:pt>
    <dgm:pt modelId="{BD0DD380-6C71-489A-BF6D-1457AB21BFA0}" type="pres">
      <dgm:prSet presAssocID="{AC570D56-15CB-4086-B6C7-3721F0BDD5BF}" presName="sp" presStyleCnt="0"/>
      <dgm:spPr/>
    </dgm:pt>
    <dgm:pt modelId="{E9D5B0F0-A0A4-4C49-B227-847498AF7918}" type="pres">
      <dgm:prSet presAssocID="{8DBD6AD6-27D5-4DBF-B962-19069E388FF4}" presName="linNode" presStyleCnt="0"/>
      <dgm:spPr/>
    </dgm:pt>
    <dgm:pt modelId="{6AC3027A-7502-4818-BA66-9FA85A78119C}" type="pres">
      <dgm:prSet presAssocID="{8DBD6AD6-27D5-4DBF-B962-19069E388FF4}" presName="parentText" presStyleLbl="alignNode1" presStyleIdx="2" presStyleCnt="3">
        <dgm:presLayoutVars>
          <dgm:chMax val="1"/>
          <dgm:bulletEnabled/>
        </dgm:presLayoutVars>
      </dgm:prSet>
      <dgm:spPr/>
    </dgm:pt>
    <dgm:pt modelId="{6749191B-AC60-4DCC-A756-E68DAA52BDD5}" type="pres">
      <dgm:prSet presAssocID="{8DBD6AD6-27D5-4DBF-B962-19069E388FF4}" presName="descendantText" presStyleLbl="alignAccFollowNode1" presStyleIdx="2" presStyleCnt="3">
        <dgm:presLayoutVars>
          <dgm:bulletEnabled/>
        </dgm:presLayoutVars>
      </dgm:prSet>
      <dgm:spPr/>
    </dgm:pt>
  </dgm:ptLst>
  <dgm:cxnLst>
    <dgm:cxn modelId="{CB20680A-5D9F-4ECA-B48F-A58827D53F24}" type="presOf" srcId="{8DBD6AD6-27D5-4DBF-B962-19069E388FF4}" destId="{6AC3027A-7502-4818-BA66-9FA85A78119C}" srcOrd="0" destOrd="0" presId="urn:microsoft.com/office/officeart/2016/7/layout/VerticalSolidActionList"/>
    <dgm:cxn modelId="{93B97D0D-C8B2-43C4-8BF3-8B7EE86588AE}" srcId="{5A1EDBD6-31DB-4F1D-BC1A-943EE039505E}" destId="{96F0F434-4AA6-4C95-9A10-77411AF95A07}" srcOrd="0" destOrd="0" parTransId="{E178E36D-9E44-43AA-A229-35F25BE6CB37}" sibTransId="{B7285718-E6F5-45BD-9FC1-AD5EC6EA248C}"/>
    <dgm:cxn modelId="{A663EA20-B1E5-42B1-BFC6-FBCDB7083243}" type="presOf" srcId="{F923970D-9148-49C9-83CF-8859B804E6A1}" destId="{72C8B691-CB5C-4BED-A8AB-D933FA0BE3B2}" srcOrd="0" destOrd="0" presId="urn:microsoft.com/office/officeart/2016/7/layout/VerticalSolidActionList"/>
    <dgm:cxn modelId="{30F89C33-39B1-422F-BC4D-C83A7CED3BC2}" type="presOf" srcId="{9C0CE13B-AE16-44BD-8414-D0C428555ABD}" destId="{6749191B-AC60-4DCC-A756-E68DAA52BDD5}" srcOrd="0" destOrd="0" presId="urn:microsoft.com/office/officeart/2016/7/layout/VerticalSolidActionList"/>
    <dgm:cxn modelId="{31BAF852-DCA2-43A4-8D7F-50C37E5A48F0}" type="presOf" srcId="{5A1EDBD6-31DB-4F1D-BC1A-943EE039505E}" destId="{02C5F4E5-8A0E-4888-83BB-A02A24685DED}" srcOrd="0" destOrd="0" presId="urn:microsoft.com/office/officeart/2016/7/layout/VerticalSolidActionList"/>
    <dgm:cxn modelId="{47B2AB74-AD9C-48D7-B597-E8BA5EA78DAB}" type="presOf" srcId="{E2AE86A8-CC44-4D95-92CA-7756466B4E83}" destId="{06EF3B7F-95FC-4679-A3E7-2E8D627106A7}" srcOrd="0" destOrd="0" presId="urn:microsoft.com/office/officeart/2016/7/layout/VerticalSolidActionList"/>
    <dgm:cxn modelId="{113A2F7A-A5EE-4CDE-B330-3BF4BCE87F99}" srcId="{F923970D-9148-49C9-83CF-8859B804E6A1}" destId="{8DBD6AD6-27D5-4DBF-B962-19069E388FF4}" srcOrd="2" destOrd="0" parTransId="{1F07B12A-3BAF-4161-81BC-34A6595B690C}" sibTransId="{23D5AF3A-EB8D-477E-A004-A025EC6B1DA5}"/>
    <dgm:cxn modelId="{AE50BE7E-CFC4-4FB5-BDB6-33FC15D16B50}" type="presOf" srcId="{96F0F434-4AA6-4C95-9A10-77411AF95A07}" destId="{C196C421-9A55-4856-977F-1A8D5BE73610}" srcOrd="0" destOrd="0" presId="urn:microsoft.com/office/officeart/2016/7/layout/VerticalSolidActionList"/>
    <dgm:cxn modelId="{8DFB868D-2F69-42C0-B822-F1C61E07927C}" type="presOf" srcId="{20800F98-5EBA-4D1C-883F-14D81F94C3B0}" destId="{9B2CF64E-BABA-4964-80D8-840CC7CC0D65}" srcOrd="0" destOrd="0" presId="urn:microsoft.com/office/officeart/2016/7/layout/VerticalSolidActionList"/>
    <dgm:cxn modelId="{51FC9FCB-8E1B-4670-9C85-B7643B71DEBC}" srcId="{F923970D-9148-49C9-83CF-8859B804E6A1}" destId="{E2AE86A8-CC44-4D95-92CA-7756466B4E83}" srcOrd="1" destOrd="0" parTransId="{7A941F84-FD58-48DD-814F-185D6FF812B0}" sibTransId="{AC570D56-15CB-4086-B6C7-3721F0BDD5BF}"/>
    <dgm:cxn modelId="{DFAE01D6-D788-44D2-9CCE-345EB302A825}" srcId="{8DBD6AD6-27D5-4DBF-B962-19069E388FF4}" destId="{9C0CE13B-AE16-44BD-8414-D0C428555ABD}" srcOrd="0" destOrd="0" parTransId="{752D6AC4-8091-4B08-84C4-24FC70554653}" sibTransId="{5124DE46-1B2F-49F3-A0C8-A26045397652}"/>
    <dgm:cxn modelId="{6F280DD9-640B-4B33-A69E-ED460044FF0E}" srcId="{F923970D-9148-49C9-83CF-8859B804E6A1}" destId="{5A1EDBD6-31DB-4F1D-BC1A-943EE039505E}" srcOrd="0" destOrd="0" parTransId="{897317DA-6D93-4253-B2D5-529EA3C50672}" sibTransId="{13C72AE2-B5FC-4F49-8B1E-4837F264B370}"/>
    <dgm:cxn modelId="{7E5A30DA-4706-48B9-B3B9-EED9584CD277}" srcId="{E2AE86A8-CC44-4D95-92CA-7756466B4E83}" destId="{20800F98-5EBA-4D1C-883F-14D81F94C3B0}" srcOrd="0" destOrd="0" parTransId="{A9A2FF6B-42BA-4148-937D-2EC9787D6889}" sibTransId="{35CC72DB-EFC8-40B9-8A17-40239E6CF81C}"/>
    <dgm:cxn modelId="{0ED05870-D351-4693-B83A-42736CE9D07F}" type="presParOf" srcId="{72C8B691-CB5C-4BED-A8AB-D933FA0BE3B2}" destId="{742D3C3F-89B1-45C3-ADE8-5CF03C844EEC}" srcOrd="0" destOrd="0" presId="urn:microsoft.com/office/officeart/2016/7/layout/VerticalSolidActionList"/>
    <dgm:cxn modelId="{B7C41F63-224B-4AF0-A662-C39053DEC4A9}" type="presParOf" srcId="{742D3C3F-89B1-45C3-ADE8-5CF03C844EEC}" destId="{02C5F4E5-8A0E-4888-83BB-A02A24685DED}" srcOrd="0" destOrd="0" presId="urn:microsoft.com/office/officeart/2016/7/layout/VerticalSolidActionList"/>
    <dgm:cxn modelId="{95827D0B-529C-40F8-9A5B-FF2828112F9C}" type="presParOf" srcId="{742D3C3F-89B1-45C3-ADE8-5CF03C844EEC}" destId="{C196C421-9A55-4856-977F-1A8D5BE73610}" srcOrd="1" destOrd="0" presId="urn:microsoft.com/office/officeart/2016/7/layout/VerticalSolidActionList"/>
    <dgm:cxn modelId="{3740817F-6E2E-41F6-A994-BBAAB8C80E8A}" type="presParOf" srcId="{72C8B691-CB5C-4BED-A8AB-D933FA0BE3B2}" destId="{6F98B5EE-1E4B-4A7D-8321-04E2142BA9AF}" srcOrd="1" destOrd="0" presId="urn:microsoft.com/office/officeart/2016/7/layout/VerticalSolidActionList"/>
    <dgm:cxn modelId="{99D1B996-8FCA-4A91-8D59-180C7EDCC917}" type="presParOf" srcId="{72C8B691-CB5C-4BED-A8AB-D933FA0BE3B2}" destId="{EEB5EBAF-9347-44A3-92F9-F4274895A658}" srcOrd="2" destOrd="0" presId="urn:microsoft.com/office/officeart/2016/7/layout/VerticalSolidActionList"/>
    <dgm:cxn modelId="{B3D44DF3-878C-4BDB-9DDA-8A455C7FBE04}" type="presParOf" srcId="{EEB5EBAF-9347-44A3-92F9-F4274895A658}" destId="{06EF3B7F-95FC-4679-A3E7-2E8D627106A7}" srcOrd="0" destOrd="0" presId="urn:microsoft.com/office/officeart/2016/7/layout/VerticalSolidActionList"/>
    <dgm:cxn modelId="{69771BC9-0084-4429-8EC6-AE85BF673C59}" type="presParOf" srcId="{EEB5EBAF-9347-44A3-92F9-F4274895A658}" destId="{9B2CF64E-BABA-4964-80D8-840CC7CC0D65}" srcOrd="1" destOrd="0" presId="urn:microsoft.com/office/officeart/2016/7/layout/VerticalSolidActionList"/>
    <dgm:cxn modelId="{B7505C74-6292-40EE-B113-97E0CA823F65}" type="presParOf" srcId="{72C8B691-CB5C-4BED-A8AB-D933FA0BE3B2}" destId="{BD0DD380-6C71-489A-BF6D-1457AB21BFA0}" srcOrd="3" destOrd="0" presId="urn:microsoft.com/office/officeart/2016/7/layout/VerticalSolidActionList"/>
    <dgm:cxn modelId="{813FE6E5-00D0-4D56-9F69-BA7BBFEF77D8}" type="presParOf" srcId="{72C8B691-CB5C-4BED-A8AB-D933FA0BE3B2}" destId="{E9D5B0F0-A0A4-4C49-B227-847498AF7918}" srcOrd="4" destOrd="0" presId="urn:microsoft.com/office/officeart/2016/7/layout/VerticalSolidActionList"/>
    <dgm:cxn modelId="{5AB2589D-7B8A-41FB-938F-9876ACE6BA79}" type="presParOf" srcId="{E9D5B0F0-A0A4-4C49-B227-847498AF7918}" destId="{6AC3027A-7502-4818-BA66-9FA85A78119C}" srcOrd="0" destOrd="0" presId="urn:microsoft.com/office/officeart/2016/7/layout/VerticalSolidActionList"/>
    <dgm:cxn modelId="{35992A3B-62D8-4D47-8A0C-8433612608FA}" type="presParOf" srcId="{E9D5B0F0-A0A4-4C49-B227-847498AF7918}" destId="{6749191B-AC60-4DCC-A756-E68DAA52BDD5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F5F7F1-1AE3-41AA-B30D-C3F87EA44A92}">
      <dsp:nvSpPr>
        <dsp:cNvPr id="0" name=""/>
        <dsp:cNvSpPr/>
      </dsp:nvSpPr>
      <dsp:spPr>
        <a:xfrm>
          <a:off x="0" y="0"/>
          <a:ext cx="9288654" cy="125784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i="0" kern="1200" baseline="0" noProof="1"/>
            <a:t>Car enthusiasts</a:t>
          </a:r>
          <a:r>
            <a:rPr lang="en-US" sz="2800" b="0" i="0" kern="1200" baseline="0" noProof="1"/>
            <a:t> looking to enhance their vehicle's performance through software optimization.</a:t>
          </a:r>
          <a:endParaRPr lang="en-US" sz="2800" kern="1200" noProof="1"/>
        </a:p>
      </dsp:txBody>
      <dsp:txXfrm>
        <a:off x="36841" y="36841"/>
        <a:ext cx="7931345" cy="1184159"/>
      </dsp:txXfrm>
    </dsp:sp>
    <dsp:sp modelId="{C999BB72-78DD-4884-944F-7F5AAD3159DD}">
      <dsp:nvSpPr>
        <dsp:cNvPr id="0" name=""/>
        <dsp:cNvSpPr/>
      </dsp:nvSpPr>
      <dsp:spPr>
        <a:xfrm>
          <a:off x="819587" y="1467481"/>
          <a:ext cx="9288654" cy="1257841"/>
        </a:xfrm>
        <a:prstGeom prst="roundRect">
          <a:avLst>
            <a:gd name="adj" fmla="val 10000"/>
          </a:avLst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i="0" kern="1200" baseline="0" noProof="1"/>
            <a:t>Vehicle owners seeking better fuel efficiency or more horsepower.</a:t>
          </a:r>
          <a:endParaRPr lang="en-US" sz="2800" kern="1200" noProof="1"/>
        </a:p>
      </dsp:txBody>
      <dsp:txXfrm>
        <a:off x="856428" y="1504322"/>
        <a:ext cx="7577788" cy="1184159"/>
      </dsp:txXfrm>
    </dsp:sp>
    <dsp:sp modelId="{40A8FB5F-5447-4E25-865F-B00121FEBE92}">
      <dsp:nvSpPr>
        <dsp:cNvPr id="0" name=""/>
        <dsp:cNvSpPr/>
      </dsp:nvSpPr>
      <dsp:spPr>
        <a:xfrm>
          <a:off x="1639174" y="2934963"/>
          <a:ext cx="9288654" cy="1257841"/>
        </a:xfrm>
        <a:prstGeom prst="roundRect">
          <a:avLst>
            <a:gd name="adj" fmla="val 10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i="0" kern="1200" baseline="0" noProof="1"/>
            <a:t>Automotive professionals who may partner with or refer clients to ProTune.</a:t>
          </a:r>
          <a:endParaRPr lang="en-US" sz="2800" kern="1200" noProof="1"/>
        </a:p>
      </dsp:txBody>
      <dsp:txXfrm>
        <a:off x="1676015" y="2971804"/>
        <a:ext cx="7577788" cy="1184159"/>
      </dsp:txXfrm>
    </dsp:sp>
    <dsp:sp modelId="{B562CA49-575C-4AF3-85B2-267DA11604BF}">
      <dsp:nvSpPr>
        <dsp:cNvPr id="0" name=""/>
        <dsp:cNvSpPr/>
      </dsp:nvSpPr>
      <dsp:spPr>
        <a:xfrm>
          <a:off x="8471057" y="953863"/>
          <a:ext cx="817596" cy="817596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 noProof="1"/>
        </a:p>
      </dsp:txBody>
      <dsp:txXfrm>
        <a:off x="8655016" y="953863"/>
        <a:ext cx="449678" cy="615241"/>
      </dsp:txXfrm>
    </dsp:sp>
    <dsp:sp modelId="{C7AFF9A5-0A90-40F8-BAB0-A36164387518}">
      <dsp:nvSpPr>
        <dsp:cNvPr id="0" name=""/>
        <dsp:cNvSpPr/>
      </dsp:nvSpPr>
      <dsp:spPr>
        <a:xfrm>
          <a:off x="9290644" y="2412959"/>
          <a:ext cx="817596" cy="817596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 noProof="1"/>
        </a:p>
      </dsp:txBody>
      <dsp:txXfrm>
        <a:off x="9474603" y="2412959"/>
        <a:ext cx="449678" cy="61524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96C421-9A55-4856-977F-1A8D5BE73610}">
      <dsp:nvSpPr>
        <dsp:cNvPr id="0" name=""/>
        <dsp:cNvSpPr/>
      </dsp:nvSpPr>
      <dsp:spPr>
        <a:xfrm>
          <a:off x="1333366" y="1704"/>
          <a:ext cx="5333466" cy="1746958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484" tIns="443728" rIns="103484" bIns="443728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1"/>
            <a:t>Deliver a professional online presence for ProTune.</a:t>
          </a:r>
        </a:p>
      </dsp:txBody>
      <dsp:txXfrm>
        <a:off x="1333366" y="1704"/>
        <a:ext cx="5333466" cy="1746958"/>
      </dsp:txXfrm>
    </dsp:sp>
    <dsp:sp modelId="{02C5F4E5-8A0E-4888-83BB-A02A24685DED}">
      <dsp:nvSpPr>
        <dsp:cNvPr id="0" name=""/>
        <dsp:cNvSpPr/>
      </dsp:nvSpPr>
      <dsp:spPr>
        <a:xfrm>
          <a:off x="0" y="1704"/>
          <a:ext cx="1333366" cy="1746958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0557" tIns="172561" rIns="70557" bIns="172561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noProof="1"/>
            <a:t>Deliver</a:t>
          </a:r>
        </a:p>
      </dsp:txBody>
      <dsp:txXfrm>
        <a:off x="0" y="1704"/>
        <a:ext cx="1333366" cy="1746958"/>
      </dsp:txXfrm>
    </dsp:sp>
    <dsp:sp modelId="{9B2CF64E-BABA-4964-80D8-840CC7CC0D65}">
      <dsp:nvSpPr>
        <dsp:cNvPr id="0" name=""/>
        <dsp:cNvSpPr/>
      </dsp:nvSpPr>
      <dsp:spPr>
        <a:xfrm>
          <a:off x="1333366" y="1853480"/>
          <a:ext cx="5333466" cy="1746958"/>
        </a:xfrm>
        <a:prstGeom prst="rect">
          <a:avLst/>
        </a:prstGeom>
        <a:solidFill>
          <a:schemeClr val="accent5">
            <a:tint val="40000"/>
            <a:alpha val="90000"/>
            <a:hueOff val="-5972333"/>
            <a:satOff val="1333"/>
            <a:lumOff val="200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5972333"/>
              <a:satOff val="1333"/>
              <a:lumOff val="20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484" tIns="443728" rIns="103484" bIns="443728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1"/>
            <a:t>Enable smooth interaction between users and the service team.</a:t>
          </a:r>
        </a:p>
      </dsp:txBody>
      <dsp:txXfrm>
        <a:off x="1333366" y="1853480"/>
        <a:ext cx="5333466" cy="1746958"/>
      </dsp:txXfrm>
    </dsp:sp>
    <dsp:sp modelId="{06EF3B7F-95FC-4679-A3E7-2E8D627106A7}">
      <dsp:nvSpPr>
        <dsp:cNvPr id="0" name=""/>
        <dsp:cNvSpPr/>
      </dsp:nvSpPr>
      <dsp:spPr>
        <a:xfrm>
          <a:off x="0" y="1853480"/>
          <a:ext cx="1333366" cy="1746958"/>
        </a:xfrm>
        <a:prstGeom prst="rect">
          <a:avLst/>
        </a:prstGeom>
        <a:gradFill rotWithShape="0">
          <a:gsLst>
            <a:gs pos="0">
              <a:schemeClr val="accent5">
                <a:hueOff val="-6076075"/>
                <a:satOff val="-413"/>
                <a:lumOff val="98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6076075"/>
                <a:satOff val="-413"/>
                <a:lumOff val="98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6076075"/>
                <a:satOff val="-413"/>
                <a:lumOff val="98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5">
              <a:hueOff val="-6076075"/>
              <a:satOff val="-413"/>
              <a:lumOff val="98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0557" tIns="172561" rIns="70557" bIns="172561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noProof="1"/>
            <a:t>Enable</a:t>
          </a:r>
        </a:p>
      </dsp:txBody>
      <dsp:txXfrm>
        <a:off x="0" y="1853480"/>
        <a:ext cx="1333366" cy="1746958"/>
      </dsp:txXfrm>
    </dsp:sp>
    <dsp:sp modelId="{6749191B-AC60-4DCC-A756-E68DAA52BDD5}">
      <dsp:nvSpPr>
        <dsp:cNvPr id="0" name=""/>
        <dsp:cNvSpPr/>
      </dsp:nvSpPr>
      <dsp:spPr>
        <a:xfrm>
          <a:off x="1333366" y="3705256"/>
          <a:ext cx="5333466" cy="1746958"/>
        </a:xfrm>
        <a:prstGeom prst="rect">
          <a:avLst/>
        </a:prstGeom>
        <a:solidFill>
          <a:schemeClr val="accent5">
            <a:tint val="40000"/>
            <a:alpha val="90000"/>
            <a:hueOff val="-11944666"/>
            <a:satOff val="2667"/>
            <a:lumOff val="401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11944666"/>
              <a:satOff val="2667"/>
              <a:lumOff val="40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484" tIns="443728" rIns="103484" bIns="443728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1"/>
            <a:t>Lay the groundwork for future expansion, like payment integration or user-specific tuning recommendations.</a:t>
          </a:r>
        </a:p>
      </dsp:txBody>
      <dsp:txXfrm>
        <a:off x="1333366" y="3705256"/>
        <a:ext cx="5333466" cy="1746958"/>
      </dsp:txXfrm>
    </dsp:sp>
    <dsp:sp modelId="{6AC3027A-7502-4818-BA66-9FA85A78119C}">
      <dsp:nvSpPr>
        <dsp:cNvPr id="0" name=""/>
        <dsp:cNvSpPr/>
      </dsp:nvSpPr>
      <dsp:spPr>
        <a:xfrm>
          <a:off x="0" y="3705256"/>
          <a:ext cx="1333366" cy="1746958"/>
        </a:xfrm>
        <a:prstGeom prst="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0557" tIns="172561" rIns="70557" bIns="172561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noProof="1"/>
            <a:t>Lay</a:t>
          </a:r>
        </a:p>
      </dsp:txBody>
      <dsp:txXfrm>
        <a:off x="0" y="3705256"/>
        <a:ext cx="1333366" cy="174695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alignNode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AccFollow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6T19:15:25.3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0 135 24575,'9'-1'0,"0"0"0,-1-1 0,1 1 0,15-6 0,24-5 0,-4 5 0,47-13 0,-51 10 0,68-8 0,4 4 0,-64 7 0,73-2 0,913 10 0,-982-3 0,51-9 0,-51 4 0,55 0 0,1192 8 0,-1262 4 0,-24 0 0,-22 1 0,-139 22 0,-278 15 0,164-22 0,-533 5 0,669-26 0,-27-13 0,15 0 0,-219-13 0,513 23 0,945-33 0,-1071 34 0,496-14 0,-1196 15 0,300 4 0,-296-3 0,534 6 0,94 2 0,38-8 0,0 0 0,0 0 0,-1 0 0,1 0 0,0 0 0,0 0 0,0 0 0,-1 0 0,1 0 0,0 1 0,0-1 0,-1 0 0,1 0 0,0 0 0,0 0 0,0 1 0,0-1 0,-1 0 0,1 0 0,0 0 0,0 1 0,0-1 0,0 0 0,0 0 0,0 0 0,-1 1 0,1-1 0,0 0 0,0 0 0,0 1 0,0-1 0,0 0 0,0 0 0,0 1 0,0-1 0,0 0 0,0 0 0,0 1 0,0-1 0,0 0 0,0 0 0,1 1 0,-1-1 0,0 0 0,0 0 0,0 0 0,0 1 0,0-1 0,0 0 0,1 0 0,-1 0 0,0 1 0,0-1 0,1 0 0,6 4 0,0 0 0,1-1 0,-1 0 0,1 0 0,0-1 0,11 2 0,330 56 14,15-29-180,-300-26 71,1226 44-1411,7-53 2663,-1265 3-1086,-749-12 483,162 0-583,186 11 29,682 0 0,0-15 0,396-72 0,-594 68 0,-99 12 0,-26 2 0,-32-1 0,-395-12 0,280 16 0,78 1 0,-176-2 0,220 10 0,35-5 0,0 1 0,-1-1 0,1 0 0,0 1 0,0-1 0,0 0 0,0 1 0,0-1 0,0 1 0,0-1 0,0 0 0,0 1 0,0-1 0,0 0 0,0 1 0,0-1 0,0 0 0,1 1 0,-1-1 0,0 0 0,0 0 0,0 1 0,0-1 0,1 0 0,-1 1 0,0-1 0,0 0 0,1 0 0,-1 1 0,0-1 0,0 0 0,1 0 0,-1 0 0,0 1 0,1-1 0,-1 0 0,0 0 0,1 0 0,-1 0 0,0 0 0,1 0 0,-1 0 0,0 0 0,1 0 0,66 25 0,47 1 0,177 17 0,119-17 0,-374-26 0,-36 0 0,0 0 0,0 0 0,0 0 0,0 0 0,0 0 0,0 0 0,0 0 0,0-1 0,0 1 0,0 0 0,0 0 0,0 0 0,0 0 0,0 0 0,0 0 0,0 0 0,0 0 0,0 0 0,0-1 0,0 1 0,0 0 0,0 0 0,0 0 0,0 0 0,0 0 0,0 0 0,0 0 0,-58-8 0,-315-24 0,-572-39 0,933 71 0,-6-1 0,37 1 0,1599 4 0,-1590-2 0,-40 3 0,-48 4 0,-360 1 0,154-8 0,232 3 0,34-5 0,0 0 0,0 0 0,0 0 0,-1 0 0,1 1 0,0-1 0,0 0 0,0 0 0,0 0 0,-1 0 0,1 0 0,0 0 0,0 0 0,0 1 0,0-1 0,0 0 0,-1 0 0,1 0 0,0 0 0,0 1 0,0-1 0,0 0 0,0 0 0,0 0 0,0 1 0,0-1 0,0 0 0,0 0 0,0 0 0,0 1 0,0-1 0,0 0 0,0 0 0,0 0 0,0 1 0,0-1 0,0 0 0,0 0 0,0 0 0,0 0 0,0 1 0,0-1 0,0 0 0,0 0 0,0 0 0,1 1 0,-1-1 0,0 0 0,0 0 0,0 0 0,0 0 0,0 0 0,1 0 0,-1 1 0,0-1 0,0 0 0,0 0 0,1 0 0,6 4 0,0 0 0,1-1 0,-1 0 0,1-1 0,12 3 0,84 17 0,1-4 0,110 3 0,221-8 0,-401-13 0,149 1 0,-161-1 0,-24 2 0,-38 3 0,23-4 0,-55 8-1365,-5 2-5461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6T19:15:36.049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1044 231 24575,'60'16'0,"0"-3"0,1-3 0,78 3 0,-104-10 0,1133 25 0,-944-29 0,-73 0 0,1-6 0,-2-7 0,213-48 0,-229 27 0,-68 16 0,0 2 0,1 4 0,134-10 0,128 24 0,-577-12 0,-1051-31 0,974 44 0,-199-5 0,484-2 0,27 0 0,25 0 0,469-44 0,353 44-136,4 51-1043,-660-34 854,2810 112-2583,-871-124 1034,-843-4 7466,-676 30-4709,-124-1-936,-360-22 53,380-4 0,-346-11 0,103-4 0,997 17 0,-1243-1 0,0 0 0,0 0 0,0 0 0,0 0 0,0 1 0,0 0 0,0 0 0,0 0 0,0 1 0,-1 0 0,1 0 0,0 0 0,-1 0 0,5 4 0,-6-3 0,0 0 0,0 1 0,-1-1 0,0 1 0,1 0 0,-1 0 0,-1 0 0,1 0 0,0 0 0,-1 0 0,0 0 0,0 0 0,0 0 0,-1 1 0,1-1 0,-1 7 0,1-2 0,0 1 0,0 0 0,-1 0 0,-1 0 0,1 0 0,-2 0 0,1 0 0,-2 0 0,1 0 0,-1-1 0,0 1 0,-1-1 0,0 0 0,-1 0 0,0-1 0,0 1 0,-9 9 0,-6 6 0,-26 32 0,-51 80 0,84-114 0,1 1 0,0 1 0,2 0 0,1 0 0,1 1 0,0 0 0,-4 33 0,6 14 0,2 0 0,8 99 0,1-28 0,9 43 0,-1-7 0,-11-120 0,-5 139 0,2-190 0,-1-1 0,0 0 0,0 0 0,-1 0 0,0 0 0,0 0 0,-1 0 0,1-1 0,-1 0 0,-8 9 0,7-8 0,0 0 0,0 0 0,1 1 0,-1 0 0,2-1 0,-1 1 0,-3 16 0,3 3 0,1 0 0,2 1 0,2 36 0,1-37 0,-2 0 0,-1 0 0,-6 41 0,-3-16 0,9-39 0,0 0 0,-1 0 0,-1 0 0,0-1 0,0 0 0,-2 1 0,1-1 0,-2-1 0,1 1 0,-2-1 0,1 0 0,-2 0 0,-8 9 0,9-13 0,-6 6 0,0 0 0,0 0 0,2 1 0,-1 0 0,2 1 0,0 1 0,1-1 0,-14 34 0,12-15 0,-9 50 0,19-74 0,-1 1 0,1 0 0,1 0 0,0 0 0,0 0 0,1 0 0,1 0 0,4 19 0,-6-29 0,0-1 0,0 1 0,0-1 0,0 0 0,0 1 0,1-1 0,-1 1 0,0-1 0,0 1 0,0-1 0,0 0 0,0 1 0,0-1 0,1 0 0,-1 1 0,0-1 0,0 1 0,1-1 0,-1 0 0,0 1 0,1-1 0,-1 0 0,0 0 0,1 1 0,-1-1 0,0 0 0,1 0 0,-1 1 0,0-1 0,1 0 0,-1 0 0,1 0 0,-1 0 0,1 0 0,-1 0 0,0 0 0,1 0 0,-1 0 0,1 0 0,-1 0 0,1 0 0,11-18 0,3-30 0,5-90 0,2-178 0,-23-144 0,-2 180 0,1 119 0,5-178 0,5 267 0,24-104 0,-18 112 0,-3-1 0,4-80 0,-14 116 0,-4-235 0,3 262 0,0 0 0,-1-1 0,1 1 0,-1 0 0,1-1 0,-1 1 0,0 0 0,0 0 0,0 0 0,0 0 0,-1 0 0,1 0 0,0 0 0,-1 0 0,1 1 0,-1-1 0,0 0 0,0 1 0,1-1 0,-3 0 0,-1-1 0,0 1 0,1 0 0,-1 0 0,0 1 0,0-1 0,0 1 0,0 0 0,-10 0 0,-6 1 0,0 0 0,-1 2 0,-29 6 0,-37 11 0,-113 42 0,-41 11 0,25-28-248,-334 25-1,-245-32-1200,783-37 1429,-652 15-963,-94-8 0,-3600 84-3932,3579-54 3932,84-1 0,81-2 0,82-1 105,-1372 54 5201,1621-86-1374,248 9-578,35-10-2346,22 8 528,55 9 50,1-2 0,0-5-1,146 3 1,-79-7-561,1967 72-917,-1943-76 875,470-4 0,-570-4 0,-53-1 0,-20-1 0,-30-10 0,33 17 0,-455-154 892,-12 28-1030,465 126 137,-1103-215-611,1066 211 612,23 4 0,1-2 0,-1 0 0,-19-6 0,34 7 0,11 0 0,84-4 282,122 7 0,-70 3-112,1043 12-798,-626-6 536,-496-10 92,-43-1 0,-1 1 0,0 0 0,0 2 0,27 5 0,-48-7 0,0 0 0,0 1 0,0-1 0,0 0 0,0 0 0,0 0 0,0 0 0,0 0 0,0 0 0,0 0 0,0 0 0,-1 0 0,1 0 0,0 0 0,0 1 0,0-1 0,0 0 0,0 0 0,0 0 0,0 0 0,1 0 0,-1 0 0,0 0 0,0 0 0,0 0 0,0 0 0,0 1 0,0-1 0,0 0 0,0 0 0,0 0 0,0 0 0,0 0 0,0 0 0,0 0 0,0 0 0,0 0 0,0 0 0,0 0 0,0 0 0,1 0 0,-1 0 0,0 0 0,0 0 0,0 0 0,0 0 0,0 0 0,0 0 0,0 1 0,0-1 0,0 0 0,0 0 0,0 0 0,1 0 0,-1-1 0,0 1 0,0 0 0,-17 4 0,-280 14 0,121-10 0,-1713 160-1454,1624-141 981,-1365 174-2471,1559-191 2924,26-5 55,0 2-1,0 2 0,-64 22 1,106-30 4,1-1 1,0 1 0,0 0 0,0 0 0,-1 1-1,1-1 1,0 0 0,1 1 0,-1-1 0,0 1-1,-3 3 1,5-4-29,0-1 0,-1 1 0,1-1 0,0 1 0,0 0 0,0-1 0,0 1 0,0-1 0,-1 1 0,1 0 0,0-1 0,0 1 0,1-1 0,-1 1 0,0 0 0,0-1 0,0 1 0,0-1 0,0 1 0,1-1 0,-1 1 0,0 0 0,0-1 0,1 1 0,-1-1 0,0 1 0,1-1 0,-1 1 0,1-1 0,4 5 53,1-1 1,0 0-1,0 0 0,0-1 1,0 0-1,11 4 0,277 89 1621,-258-85-1550,982 233 385,12-55-773,496 36-124,-1475-219 335,188 28 9,-203-24 39,-36-10-6,0 0 0,0 0-1,1 0 1,-1 0 0,0 0-1,0 0 1,0 0 0,1 0 0,-1 0-1,0 0 1,0 0 0,0 0 0,1 0-1,-1 0 1,0 0 0,0 1-1,0-1 1,0 0 0,1 0 0,-1 0-1,0 0 1,0 0 0,0 0 0,0 1-1,0-1 1,1 0 0,-1 0 0,0 0-1,0 0 1,0 1 0,0-1-1,0 0 1,0 0 0,0 0 0,0 1-1,0-1 1,0 0 0,0 0 0,0 0-1,0 1 1,0-1 0,0 0 0,0 0-1,0 0 1,0 1 0,0-1-1,0 0 1,0 0 0,0 0 0,0 1-1,0-1 1,0 0 0,0 0 0,0 0-1,-1 1 1,-5 1 25,1-1-1,-1 1 1,0-1 0,0 0-1,0-1 1,-10 1 0,-470-12 2473,-3-39-2763,364 36 285,-1539-146-1132,1622 157 1112,-274-24 0,295 24 0,-43-7 0,61 9 0,-1 0 0,0 0 0,1 0 0,-1-1 0,1 1 0,-1-1 0,1 0 0,0 0 0,0 0 0,0 0 0,-6-5 0,9 6-1,0 0 0,-1 1 0,1-1 0,-1 0 0,1 0 0,0 1 0,0-1 0,0 0 0,-1 0 0,1 1 0,0-1 0,0 0 0,0 0 0,0 1 0,0-1 0,0 0 0,0 0 0,0 0 0,1 1 0,-1-1 0,0 0 0,0 0 0,1 1 0,-1-1 0,0 0 0,1 1 0,-1-1 0,1 0 0,-1 1 0,1-1 0,-1 1 0,1-1 0,-1 1 0,1-1 0,0 1 0,-1-1 0,1 1 0,-1-1 0,2 0 0,34-18 154,-32 18-102,117-47 227,3 5 0,2 6 0,216-35 0,338 3-685,6 48-82,-585 19 476,28 0 13,593 0 0,-679 5 0,-43-3 0,0 1 0,0-1 0,0 0 0,0 0 0,0 0 0,0 0 0,0 0 0,0 0 0,0 0 0,0 0 0,0 1 0,-1-1 0,1 0 0,0 0 0,0 0 0,0 0 0,0 0 0,0 1 0,0-1 0,0 0 0,0 0 0,0 0 0,0 0 0,0 0 0,0 0 0,0 1 0,1-1 0,-1 0 0,0 0 0,0 0 0,0 0 0,0 0 0,0 0 0,0 0 0,0 1 0,0-1 0,0 0 0,0 0 0,0 0 0,1 0 0,-1 0 0,0 0 0,0 0 0,0 0 0,0 0 0,0 0 0,0 0 0,1 1 0,-69 9 0,-833 49-175,366-27 8,121-6 100,-687 55 65,1044-77 2,41-3 0,1 0 0,0 0 0,0 1 0,0 1 0,-20 7 0,34-7 0,17-1 0,309 6 612,-20-3 40,734 90-1800,-5 46 960,-900-122 188,312 53 0,-376-54 0,-61-11 0,-20-1 0,-29-1 0,-632-10 1412,339-5-1533,-211 14-206,4 49 150,522-50 177,0-1 0,0 1 0,0 1 0,0 1 0,1 0 0,-21 10 0,37-15 0,0 0 0,1 0 0,-1 0 0,1 1 0,-1-1 0,1 0 0,-1 0 0,1 0 0,-1 1 0,1-1 0,-1 0 0,1 0 0,-1 1 0,1-1 0,-1 0 0,1 1 0,0-1 0,-1 1 0,1-1 0,-1 1 0,1-1 0,0 0 0,0 1 0,-1-1 0,1 1 0,0-1 0,0 1 0,-1 0 0,1-1 0,0 1 0,0-1 0,0 1 0,0-1 0,0 1 0,0-1 0,0 1 0,0 0 0,0-1 0,0 1 0,0-1 0,1 1 0,-1-1 0,0 1 0,0-1 0,0 1 0,1-1 0,-1 1 0,0-1 0,1 1 0,30 16 0,18 0 81,0-2-1,94 16 1,117 2 252,-180-24-303,481 49-30,331 40 0,-823-87 0,-67-9 0,-9-1 0,-38-3 0,-355-33 0,22 2 0,-631 0 0,943 33 0,-121 17 0,183-16 0,0 0 0,0 0 0,1 0 0,-1 0 0,0 0 0,0 1 0,1-1 0,-1 1 0,1 0 0,0 0 0,-1 1 0,-2 2 0,5-4 0,0 0 0,1 0 0,-1 1 0,1-1 0,-1 0 0,1 0 0,-1 0 0,1 0 0,0 0 0,0 1 0,0-1 0,-1 0 0,1 0 0,0 0 0,0 0 0,1 1 0,-1-1 0,0 0 0,0 0 0,1 0 0,-1 0 0,0 1 0,1-1 0,-1 0 0,1 0 0,-1 0 0,1 0 0,0 0 0,0 0 0,-1 0 0,1 0 0,0-1 0,0 1 0,0 0 0,0 0 0,0-1 0,0 1 0,0 0 0,0-1 0,2 1 0,30 20 0,1-2 0,1-2 0,0-1 0,74 22 0,-50-18 0,120 41 0,218 87 0,-392-146 0,0 0 0,0 0 0,0 1 0,-1 0 0,1 0 0,-1 0 0,0 0 0,0 1 0,5 5 0,-8-9 0,-1 0 0,0 1 0,0-1 0,0 1 0,1-1 0,-1 0 0,0 1 0,0-1 0,0 1 0,0-1 0,0 1 0,0-1 0,0 1 0,0-1 0,0 0 0,0 1 0,0-1 0,0 1 0,0-1 0,0 1 0,0-1 0,-1 0 0,1 1 0,0-1 0,0 1 0,0-1 0,-1 0 0,1 1 0,0-1 0,0 0 0,-1 1 0,1-1 0,0 0 0,-1 1 0,1-1 0,-1 0 0,1 1 0,-4 0 0,1 1 0,-1-1 0,0 1 0,1-1 0,-1 0 0,0-1 0,0 1 0,-4 0 0,-488 8 0,319-12 0,129 2 0,-29 0 0,-91 11 0,154-7 0,13-1 0,27 3 0,45 0 0,442-4 0,-271-2 0,-113-9 0,-83 5 0,-45 5 0,0-1 0,1 1 0,-1 0 0,1 0 0,-1 0 0,1 0 0,-1 0 0,1 0 0,-1 0 0,0 0 0,1 0 0,-1 1 0,1-1 0,-1 1 0,0-1 0,3 2 0,-4-2 0,0 1 0,0 0 0,0-1 0,0 1 0,0-1 0,0 1 0,-1 0 0,1-1 0,0 1 0,0-1 0,0 1 0,-1-1 0,1 1 0,0-1 0,-1 1 0,1-1 0,0 1 0,-1-1 0,1 0 0,-1 1 0,1-1 0,-1 1 0,1-1 0,-1 0 0,1 1 0,-1-1 0,-48 28 0,16-13 0,-1-2 0,0-1 0,-1-1 0,-1-2 0,1-2 0,-2-1 0,1-2 0,-37 0 0,34-7 0,27 2 0,0-1 0,0 2 0,-1 0 0,1 0 0,0 1 0,-1 1 0,-15 4 0,27-6 0,0 0 0,-1 1 0,1-1 0,0 1 0,0-1 0,0 1 0,0-1 0,0 1 0,0-1 0,0 1 0,0 0 0,0 0 0,0 0 0,0-1 0,1 1 0,-1 0 0,0 0 0,1 0 0,-1 0 0,0 0 0,1 0 0,-1 0 0,1 1 0,0-1 0,-1 0 0,1 0 0,0 0 0,0 0 0,-1 0 0,1 1 0,0-1 0,0 0 0,0 0 0,1 0 0,-1 1 0,0-1 0,0 0 0,1 0 0,-1 0 0,0 0 0,1 0 0,-1 1 0,1-1 0,0 0 0,-1 0 0,1 0 0,0-1 0,-1 1 0,1 0 0,0 0 0,1 1 0,3 3 0,-1-1 0,1 1 0,0-1 0,0 0 0,0 0 0,1 0 0,0-1 0,7 3 0,2-1-195,1-1 0,0-1 0,0 0 0,1-2 0,-1 0 0,28-1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6T19:15:42.771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1 106 24575,'1345'0'0,"-1243"5"0,141 24 0,-38-2 0,415 20 0,151 15 0,1456 63 0,-2009-125 0,1410-17 0,471 5 0,-1343 14 0,-716-5 0,0-1 0,0-2 0,50-15 0,-5 2 0,-66 13 0,-1 0 0,1-1 0,-1 0 0,28-18 0,-17 10 0,-11 4 0,0-1 0,-1 0 0,20-20 0,-18 16 0,0 0 0,23-13 0,-18 15 0,10-7 0,0 2 0,2 1 0,63-23 0,-88 37 0,1 1 0,0 1 0,0 0 0,0 0 0,0 2 0,0-1 0,0 1 0,0 1 0,0 0 0,0 1 0,0 0 0,0 1 0,0 0 0,-1 1 0,0 0 0,18 10 0,17 9 0,-23-12 0,0 1 0,0 1 0,27 21 0,-45-30 0,0 0 0,0 1 0,0 0 0,0 0 0,-1 1 0,0-1 0,0 1 0,0 0 0,-1-1 0,0 2 0,0-1 0,0 0 0,-1 1 0,0-1 0,-1 1 0,1 0 0,0 9 0,-2 229 0,-4-98 0,4-125 0,0 0 0,-2 0 0,-1 0 0,-1 0 0,0-1 0,-2 1 0,0-1 0,-2 0 0,-10 21 0,-12 22 0,2 2 0,-34 128 0,42-117 0,6-31 0,3 0 0,1 1 0,3 1 0,-2 59 0,8 67 0,5 158 0,8-179 0,2 54 0,-14-168 0,-9 213 0,6-220 0,-2-1 0,-1 0 0,-2 0 0,-1-1 0,-24 55 0,29-77 0,0-1 0,-1 0 0,0 1 0,-1-2 0,0 1 0,0-1 0,0 1 0,-1-2 0,0 1 0,0-1 0,0 0 0,0 0 0,-1-1 0,0 0 0,0-1 0,0 1 0,-1-2 0,1 1 0,-15 2 0,-14 0 0,1-1 0,-1-2 0,-54-3 0,39-1 0,-351-33 0,181 10 0,-371-26 0,505 41 0,-90-6 0,-721 17 0,855 2 0,0 2 0,0 2 0,1 2 0,0 2 0,-61 23 0,-82 21 0,-168 50 0,320-93 0,6-4 0,0-1 0,-1-1 0,1-2 0,-42 2 0,-121-8 0,71-1 0,-231 5 0,-315-5 0,100-63 0,417 42 0,43 8 0,-316-42 0,-5 33 0,-798 28 0,1100 4 0,0 4 0,-141 33 0,157-25 0,-323 30 0,-59-45 0,440-10 0,-1-1 0,1-3 0,-63-21 0,68 17 0,-1 2 0,-1 2 0,1 2 0,-62-3 0,70 9 0,-1-3 0,-72-17 0,41 7 0,-242-40 0,305 54 0,-1 0 0,1-1 0,-1 0 0,1-1 0,0 0 0,-14-8 0,19 10 0,1-1 0,0 0 0,-1 0 0,1 0 0,0 0 0,0 0 0,1 0 0,-1-1 0,0 1 0,1 0 0,-1-1 0,1 0 0,0 1 0,0-1 0,0 0 0,0 1 0,0-1 0,1 0 0,-1 0 0,1 0 0,0 0 0,0 0 0,0-3 0,21-216 0,14 69 0,-25 118 0,-1-1 0,-1 0 0,-2-1 0,-2 1 0,0-45 0,-7 492 0,3-408 0,-2 93 0,-26 165 0,28-256 0,-1-1 0,1 0 0,-1 0 0,-1 0 0,1 0 0,-1 0 0,1-1 0,-1 1 0,0 0 0,0-1 0,-1 1 0,1-1 0,-1 1 0,1-1 0,-1 0 0,0 0 0,-1-1 0,-4 5 0,1-4 0,1-1 0,-1 0 0,0 0 0,1-1 0,-1 1 0,0-1 0,0-1 0,0 1 0,0-1 0,-10-2 0,6 2 0,-1 0 0,0-1 0,0 0 0,0 0 0,0-1 0,0-1 0,-13-4 0,21 5 0,1 0 0,-1 0 0,1 0 0,0-1 0,0 1 0,0-1 0,0 1 0,0-1 0,0 0 0,1 0 0,0 0 0,-1-1 0,1 1 0,0 0 0,1-1 0,-1 0 0,0 1 0,1-1 0,0 0 0,0 0 0,0 0 0,1 0 0,-1-4 0,-5-63 0,3 0 0,6-72 0,1 24 0,-3-946 0,0 1026 0,2 1 0,1-1 0,3 1 0,19-67 0,65-138 0,-57 161 0,-26 56-23,-2 0 0,-1 0 0,-1 0 0,-1 0 0,-2-1 0,0 1 0,-5-44 0,1 3-1158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6T19:15:43.502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1 104 24575,'4'0'0,"3"-4"0,-1-7 0,3-1 0,0-3 0,3 1 0,0-1 0,2 1 0,-5 3 0,-10 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6T19:15:25.3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0 135 24575,'9'-1'0,"0"0"0,-1-1 0,1 1 0,15-6 0,24-5 0,-4 5 0,47-13 0,-51 10 0,68-8 0,4 4 0,-64 7 0,73-2 0,913 10 0,-982-3 0,51-9 0,-51 4 0,55 0 0,1192 8 0,-1262 4 0,-24 0 0,-22 1 0,-139 22 0,-278 15 0,164-22 0,-533 5 0,669-26 0,-27-13 0,15 0 0,-219-13 0,513 23 0,945-33 0,-1071 34 0,496-14 0,-1196 15 0,300 4 0,-296-3 0,534 6 0,94 2 0,38-8 0,0 0 0,0 0 0,-1 0 0,1 0 0,0 0 0,0 0 0,0 0 0,-1 0 0,1 0 0,0 1 0,0-1 0,-1 0 0,1 0 0,0 0 0,0 0 0,0 1 0,0-1 0,-1 0 0,1 0 0,0 0 0,0 1 0,0-1 0,0 0 0,0 0 0,0 0 0,-1 1 0,1-1 0,0 0 0,0 0 0,0 1 0,0-1 0,0 0 0,0 0 0,0 1 0,0-1 0,0 0 0,0 0 0,0 1 0,0-1 0,0 0 0,0 0 0,1 1 0,-1-1 0,0 0 0,0 0 0,0 0 0,0 1 0,0-1 0,0 0 0,1 0 0,-1 0 0,0 1 0,0-1 0,1 0 0,6 4 0,0 0 0,1-1 0,-1 0 0,1 0 0,0-1 0,11 2 0,330 56 14,15-29-180,-300-26 71,1226 44-1411,7-53 2663,-1265 3-1086,-749-12 483,162 0-583,186 11 29,682 0 0,0-15 0,396-72 0,-594 68 0,-99 12 0,-26 2 0,-32-1 0,-395-12 0,280 16 0,78 1 0,-176-2 0,220 10 0,35-5 0,0 1 0,-1-1 0,1 0 0,0 1 0,0-1 0,0 0 0,0 1 0,0-1 0,0 1 0,0-1 0,0 0 0,0 1 0,0-1 0,0 0 0,0 1 0,0-1 0,0 0 0,1 1 0,-1-1 0,0 0 0,0 0 0,0 1 0,0-1 0,1 0 0,-1 1 0,0-1 0,0 0 0,1 0 0,-1 1 0,0-1 0,0 0 0,1 0 0,-1 0 0,0 1 0,1-1 0,-1 0 0,0 0 0,1 0 0,-1 0 0,0 0 0,1 0 0,-1 0 0,0 0 0,1 0 0,66 25 0,47 1 0,177 17 0,119-17 0,-374-26 0,-36 0 0,0 0 0,0 0 0,0 0 0,0 0 0,0 0 0,0 0 0,0 0 0,0-1 0,0 1 0,0 0 0,0 0 0,0 0 0,0 0 0,0 0 0,0 0 0,0 0 0,0 0 0,0 0 0,0-1 0,0 1 0,0 0 0,0 0 0,0 0 0,0 0 0,0 0 0,0 0 0,0 0 0,-58-8 0,-315-24 0,-572-39 0,933 71 0,-6-1 0,37 1 0,1599 4 0,-1590-2 0,-40 3 0,-48 4 0,-360 1 0,154-8 0,232 3 0,34-5 0,0 0 0,0 0 0,0 0 0,-1 0 0,1 1 0,0-1 0,0 0 0,0 0 0,0 0 0,-1 0 0,1 0 0,0 0 0,0 0 0,0 1 0,0-1 0,0 0 0,-1 0 0,1 0 0,0 0 0,0 1 0,0-1 0,0 0 0,0 0 0,0 0 0,0 1 0,0-1 0,0 0 0,0 0 0,0 0 0,0 1 0,0-1 0,0 0 0,0 0 0,0 0 0,0 1 0,0-1 0,0 0 0,0 0 0,0 0 0,0 0 0,0 1 0,0-1 0,0 0 0,0 0 0,0 0 0,1 1 0,-1-1 0,0 0 0,0 0 0,0 0 0,0 0 0,0 0 0,1 0 0,-1 1 0,0-1 0,0 0 0,0 0 0,1 0 0,6 4 0,0 0 0,1-1 0,-1 0 0,1-1 0,12 3 0,84 17 0,1-4 0,110 3 0,221-8 0,-401-13 0,149 1 0,-161-1 0,-24 2 0,-38 3 0,23-4 0,-55 8-1365,-5 2-5461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6T19:15:36.049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1044 231 24575,'60'16'0,"0"-3"0,1-3 0,78 3 0,-104-10 0,1133 25 0,-944-29 0,-73 0 0,1-6 0,-2-7 0,213-48 0,-229 27 0,-68 16 0,0 2 0,1 4 0,134-10 0,128 24 0,-577-12 0,-1051-31 0,974 44 0,-199-5 0,484-2 0,27 0 0,25 0 0,469-44 0,353 44-136,4 51-1043,-660-34 854,2810 112-2583,-871-124 1034,-843-4 7466,-676 30-4709,-124-1-936,-360-22 53,380-4 0,-346-11 0,103-4 0,997 17 0,-1243-1 0,0 0 0,0 0 0,0 0 0,0 0 0,0 1 0,0 0 0,0 0 0,0 0 0,0 1 0,-1 0 0,1 0 0,0 0 0,-1 0 0,5 4 0,-6-3 0,0 0 0,0 1 0,-1-1 0,0 1 0,1 0 0,-1 0 0,-1 0 0,1 0 0,0 0 0,-1 0 0,0 0 0,0 0 0,0 0 0,-1 1 0,1-1 0,-1 7 0,1-2 0,0 1 0,0 0 0,-1 0 0,-1 0 0,1 0 0,-2 0 0,1 0 0,-2 0 0,1 0 0,-1-1 0,0 1 0,-1-1 0,0 0 0,-1 0 0,0-1 0,0 1 0,-9 9 0,-6 6 0,-26 32 0,-51 80 0,84-114 0,1 1 0,0 1 0,2 0 0,1 0 0,1 1 0,0 0 0,-4 33 0,6 14 0,2 0 0,8 99 0,1-28 0,9 43 0,-1-7 0,-11-120 0,-5 139 0,2-190 0,-1-1 0,0 0 0,0 0 0,-1 0 0,0 0 0,0 0 0,-1 0 0,1-1 0,-1 0 0,-8 9 0,7-8 0,0 0 0,0 0 0,1 1 0,-1 0 0,2-1 0,-1 1 0,-3 16 0,3 3 0,1 0 0,2 1 0,2 36 0,1-37 0,-2 0 0,-1 0 0,-6 41 0,-3-16 0,9-39 0,0 0 0,-1 0 0,-1 0 0,0-1 0,0 0 0,-2 1 0,1-1 0,-2-1 0,1 1 0,-2-1 0,1 0 0,-2 0 0,-8 9 0,9-13 0,-6 6 0,0 0 0,0 0 0,2 1 0,-1 0 0,2 1 0,0 1 0,1-1 0,-14 34 0,12-15 0,-9 50 0,19-74 0,-1 1 0,1 0 0,1 0 0,0 0 0,0 0 0,1 0 0,1 0 0,4 19 0,-6-29 0,0-1 0,0 1 0,0-1 0,0 0 0,0 1 0,1-1 0,-1 1 0,0-1 0,0 1 0,0-1 0,0 0 0,0 1 0,0-1 0,1 0 0,-1 1 0,0-1 0,0 1 0,1-1 0,-1 0 0,0 1 0,1-1 0,-1 0 0,0 0 0,1 1 0,-1-1 0,0 0 0,1 0 0,-1 1 0,0-1 0,1 0 0,-1 0 0,1 0 0,-1 0 0,1 0 0,-1 0 0,0 0 0,1 0 0,-1 0 0,1 0 0,-1 0 0,1 0 0,11-18 0,3-30 0,5-90 0,2-178 0,-23-144 0,-2 180 0,1 119 0,5-178 0,5 267 0,24-104 0,-18 112 0,-3-1 0,4-80 0,-14 116 0,-4-235 0,3 262 0,0 0 0,-1-1 0,1 1 0,-1 0 0,1-1 0,-1 1 0,0 0 0,0 0 0,0 0 0,0 0 0,-1 0 0,1 0 0,0 0 0,-1 0 0,1 1 0,-1-1 0,0 0 0,0 1 0,1-1 0,-3 0 0,-1-1 0,0 1 0,1 0 0,-1 0 0,0 1 0,0-1 0,0 1 0,0 0 0,-10 0 0,-6 1 0,0 0 0,-1 2 0,-29 6 0,-37 11 0,-113 42 0,-41 11 0,25-28-248,-334 25-1,-245-32-1200,783-37 1429,-652 15-963,-94-8 0,-3600 84-3932,3579-54 3932,84-1 0,81-2 0,82-1 105,-1372 54 5201,1621-86-1374,248 9-578,35-10-2346,22 8 528,55 9 50,1-2 0,0-5-1,146 3 1,-79-7-561,1967 72-917,-1943-76 875,470-4 0,-570-4 0,-53-1 0,-20-1 0,-30-10 0,33 17 0,-455-154 892,-12 28-1030,465 126 137,-1103-215-611,1066 211 612,23 4 0,1-2 0,-1 0 0,-19-6 0,34 7 0,11 0 0,84-4 282,122 7 0,-70 3-112,1043 12-798,-626-6 536,-496-10 92,-43-1 0,-1 1 0,0 0 0,0 2 0,27 5 0,-48-7 0,0 0 0,0 1 0,0-1 0,0 0 0,0 0 0,0 0 0,0 0 0,0 0 0,0 0 0,0 0 0,0 0 0,-1 0 0,1 0 0,0 0 0,0 1 0,0-1 0,0 0 0,0 0 0,0 0 0,0 0 0,1 0 0,-1 0 0,0 0 0,0 0 0,0 0 0,0 0 0,0 1 0,0-1 0,0 0 0,0 0 0,0 0 0,0 0 0,0 0 0,0 0 0,0 0 0,0 0 0,0 0 0,0 0 0,0 0 0,0 0 0,1 0 0,-1 0 0,0 0 0,0 0 0,0 0 0,0 0 0,0 0 0,0 0 0,0 1 0,0-1 0,0 0 0,0 0 0,0 0 0,1 0 0,-1-1 0,0 1 0,0 0 0,-17 4 0,-280 14 0,121-10 0,-1713 160-1454,1624-141 981,-1365 174-2471,1559-191 2924,26-5 55,0 2-1,0 2 0,-64 22 1,106-30 4,1-1 1,0 1 0,0 0 0,0 0 0,-1 1-1,1-1 1,0 0 0,1 1 0,-1-1 0,0 1-1,-3 3 1,5-4-29,0-1 0,-1 1 0,1-1 0,0 1 0,0 0 0,0-1 0,0 1 0,0-1 0,-1 1 0,1 0 0,0-1 0,0 1 0,1-1 0,-1 1 0,0 0 0,0-1 0,0 1 0,0-1 0,0 1 0,1-1 0,-1 1 0,0 0 0,0-1 0,1 1 0,-1-1 0,0 1 0,1-1 0,-1 1 0,1-1 0,4 5 53,1-1 1,0 0-1,0 0 0,0-1 1,0 0-1,11 4 0,277 89 1621,-258-85-1550,982 233 385,12-55-773,496 36-124,-1475-219 335,188 28 9,-203-24 39,-36-10-6,0 0 0,0 0-1,1 0 1,-1 0 0,0 0-1,0 0 1,0 0 0,1 0 0,-1 0-1,0 0 1,0 0 0,0 0 0,1 0-1,-1 0 1,0 0 0,0 1-1,0-1 1,0 0 0,1 0 0,-1 0-1,0 0 1,0 0 0,0 0 0,0 1-1,0-1 1,1 0 0,-1 0 0,0 0-1,0 0 1,0 1 0,0-1-1,0 0 1,0 0 0,0 0 0,0 1-1,0-1 1,0 0 0,0 0 0,0 0-1,0 1 1,0-1 0,0 0 0,0 0-1,0 0 1,0 1 0,0-1-1,0 0 1,0 0 0,0 0 0,0 1-1,0-1 1,0 0 0,0 0 0,0 0-1,-1 1 1,-5 1 25,1-1-1,-1 1 1,0-1 0,0 0-1,0-1 1,-10 1 0,-470-12 2473,-3-39-2763,364 36 285,-1539-146-1132,1622 157 1112,-274-24 0,295 24 0,-43-7 0,61 9 0,-1 0 0,0 0 0,1 0 0,-1-1 0,1 1 0,-1-1 0,1 0 0,0 0 0,0 0 0,0 0 0,-6-5 0,9 6-1,0 0 0,-1 1 0,1-1 0,-1 0 0,1 0 0,0 1 0,0-1 0,0 0 0,-1 0 0,1 1 0,0-1 0,0 0 0,0 0 0,0 1 0,0-1 0,0 0 0,0 0 0,0 0 0,1 1 0,-1-1 0,0 0 0,0 0 0,1 1 0,-1-1 0,0 0 0,1 1 0,-1-1 0,1 0 0,-1 1 0,1-1 0,-1 1 0,1-1 0,-1 1 0,1-1 0,0 1 0,-1-1 0,1 1 0,-1-1 0,2 0 0,34-18 154,-32 18-102,117-47 227,3 5 0,2 6 0,216-35 0,338 3-685,6 48-82,-585 19 476,28 0 13,593 0 0,-679 5 0,-43-3 0,0 1 0,0-1 0,0 0 0,0 0 0,0 0 0,0 0 0,0 0 0,0 0 0,0 0 0,0 0 0,0 1 0,-1-1 0,1 0 0,0 0 0,0 0 0,0 0 0,0 0 0,0 1 0,0-1 0,0 0 0,0 0 0,0 0 0,0 0 0,0 0 0,0 0 0,0 1 0,1-1 0,-1 0 0,0 0 0,0 0 0,0 0 0,0 0 0,0 0 0,0 0 0,0 1 0,0-1 0,0 0 0,0 0 0,0 0 0,1 0 0,-1 0 0,0 0 0,0 0 0,0 0 0,0 0 0,0 0 0,0 0 0,1 1 0,-69 9 0,-833 49-175,366-27 8,121-6 100,-687 55 65,1044-77 2,41-3 0,1 0 0,0 0 0,0 1 0,0 1 0,-20 7 0,34-7 0,17-1 0,309 6 612,-20-3 40,734 90-1800,-5 46 960,-900-122 188,312 53 0,-376-54 0,-61-11 0,-20-1 0,-29-1 0,-632-10 1412,339-5-1533,-211 14-206,4 49 150,522-50 177,0-1 0,0 1 0,0 1 0,0 1 0,1 0 0,-21 10 0,37-15 0,0 0 0,1 0 0,-1 0 0,1 1 0,-1-1 0,1 0 0,-1 0 0,1 0 0,-1 1 0,1-1 0,-1 0 0,1 0 0,-1 1 0,1-1 0,-1 0 0,1 1 0,0-1 0,-1 1 0,1-1 0,-1 1 0,1-1 0,0 0 0,0 1 0,-1-1 0,1 1 0,0-1 0,0 1 0,-1 0 0,1-1 0,0 1 0,0-1 0,0 1 0,0-1 0,0 1 0,0-1 0,0 1 0,0 0 0,0-1 0,0 1 0,0-1 0,1 1 0,-1-1 0,0 1 0,0-1 0,0 1 0,1-1 0,-1 1 0,0-1 0,1 1 0,30 16 0,18 0 81,0-2-1,94 16 1,117 2 252,-180-24-303,481 49-30,331 40 0,-823-87 0,-67-9 0,-9-1 0,-38-3 0,-355-33 0,22 2 0,-631 0 0,943 33 0,-121 17 0,183-16 0,0 0 0,0 0 0,1 0 0,-1 0 0,0 0 0,0 1 0,1-1 0,-1 1 0,1 0 0,0 0 0,-1 1 0,-2 2 0,5-4 0,0 0 0,1 0 0,-1 1 0,1-1 0,-1 0 0,1 0 0,-1 0 0,1 0 0,0 0 0,0 1 0,0-1 0,-1 0 0,1 0 0,0 0 0,0 0 0,1 1 0,-1-1 0,0 0 0,0 0 0,1 0 0,-1 0 0,0 1 0,1-1 0,-1 0 0,1 0 0,-1 0 0,1 0 0,0 0 0,0 0 0,-1 0 0,1 0 0,0-1 0,0 1 0,0 0 0,0 0 0,0-1 0,0 1 0,0 0 0,0-1 0,2 1 0,30 20 0,1-2 0,1-2 0,0-1 0,74 22 0,-50-18 0,120 41 0,218 87 0,-392-146 0,0 0 0,0 0 0,0 1 0,-1 0 0,1 0 0,-1 0 0,0 0 0,0 1 0,5 5 0,-8-9 0,-1 0 0,0 1 0,0-1 0,0 1 0,1-1 0,-1 0 0,0 1 0,0-1 0,0 1 0,0-1 0,0 1 0,0-1 0,0 1 0,0-1 0,0 0 0,0 1 0,0-1 0,0 1 0,0-1 0,0 1 0,0-1 0,-1 0 0,1 1 0,0-1 0,0 1 0,0-1 0,-1 0 0,1 1 0,0-1 0,0 0 0,-1 1 0,1-1 0,0 0 0,-1 1 0,1-1 0,-1 0 0,1 1 0,-4 0 0,1 1 0,-1-1 0,0 1 0,1-1 0,-1 0 0,0-1 0,0 1 0,-4 0 0,-488 8 0,319-12 0,129 2 0,-29 0 0,-91 11 0,154-7 0,13-1 0,27 3 0,45 0 0,442-4 0,-271-2 0,-113-9 0,-83 5 0,-45 5 0,0-1 0,1 1 0,-1 0 0,1 0 0,-1 0 0,1 0 0,-1 0 0,1 0 0,-1 0 0,0 0 0,1 0 0,-1 1 0,1-1 0,-1 1 0,0-1 0,3 2 0,-4-2 0,0 1 0,0 0 0,0-1 0,0 1 0,0-1 0,0 1 0,-1 0 0,1-1 0,0 1 0,0-1 0,0 1 0,-1-1 0,1 1 0,0-1 0,-1 1 0,1-1 0,0 1 0,-1-1 0,1 0 0,-1 1 0,1-1 0,-1 1 0,1-1 0,-1 0 0,1 1 0,-1-1 0,-48 28 0,16-13 0,-1-2 0,0-1 0,-1-1 0,-1-2 0,1-2 0,-2-1 0,1-2 0,-37 0 0,34-7 0,27 2 0,0-1 0,0 2 0,-1 0 0,1 0 0,0 1 0,-1 1 0,-15 4 0,27-6 0,0 0 0,-1 1 0,1-1 0,0 1 0,0-1 0,0 1 0,0-1 0,0 1 0,0-1 0,0 1 0,0 0 0,0 0 0,0 0 0,0-1 0,1 1 0,-1 0 0,0 0 0,1 0 0,-1 0 0,0 0 0,1 0 0,-1 0 0,1 1 0,0-1 0,-1 0 0,1 0 0,0 0 0,0 0 0,-1 0 0,1 1 0,0-1 0,0 0 0,0 0 0,1 0 0,-1 1 0,0-1 0,0 0 0,1 0 0,-1 0 0,0 0 0,1 0 0,-1 1 0,1-1 0,0 0 0,-1 0 0,1 0 0,0-1 0,-1 1 0,1 0 0,0 0 0,1 1 0,3 3 0,-1-1 0,1 1 0,0-1 0,0 0 0,0 0 0,1 0 0,0-1 0,7 3 0,2-1-195,1-1 0,0-1 0,0 0 0,1-2 0,-1 0 0,28-1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6T19:15:42.771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1 106 24575,'1345'0'0,"-1243"5"0,141 24 0,-38-2 0,415 20 0,151 15 0,1456 63 0,-2009-125 0,1410-17 0,471 5 0,-1343 14 0,-716-5 0,0-1 0,0-2 0,50-15 0,-5 2 0,-66 13 0,-1 0 0,1-1 0,-1 0 0,28-18 0,-17 10 0,-11 4 0,0-1 0,-1 0 0,20-20 0,-18 16 0,0 0 0,23-13 0,-18 15 0,10-7 0,0 2 0,2 1 0,63-23 0,-88 37 0,1 1 0,0 1 0,0 0 0,0 0 0,0 2 0,0-1 0,0 1 0,0 1 0,0 0 0,0 1 0,0 0 0,0 1 0,0 0 0,-1 1 0,0 0 0,18 10 0,17 9 0,-23-12 0,0 1 0,0 1 0,27 21 0,-45-30 0,0 0 0,0 1 0,0 0 0,0 0 0,-1 1 0,0-1 0,0 1 0,0 0 0,-1-1 0,0 2 0,0-1 0,0 0 0,-1 1 0,0-1 0,-1 1 0,1 0 0,0 9 0,-2 229 0,-4-98 0,4-125 0,0 0 0,-2 0 0,-1 0 0,-1 0 0,0-1 0,-2 1 0,0-1 0,-2 0 0,-10 21 0,-12 22 0,2 2 0,-34 128 0,42-117 0,6-31 0,3 0 0,1 1 0,3 1 0,-2 59 0,8 67 0,5 158 0,8-179 0,2 54 0,-14-168 0,-9 213 0,6-220 0,-2-1 0,-1 0 0,-2 0 0,-1-1 0,-24 55 0,29-77 0,0-1 0,-1 0 0,0 1 0,-1-2 0,0 1 0,0-1 0,0 1 0,-1-2 0,0 1 0,0-1 0,0 0 0,0 0 0,-1-1 0,0 0 0,0-1 0,0 1 0,-1-2 0,1 1 0,-15 2 0,-14 0 0,1-1 0,-1-2 0,-54-3 0,39-1 0,-351-33 0,181 10 0,-371-26 0,505 41 0,-90-6 0,-721 17 0,855 2 0,0 2 0,0 2 0,1 2 0,0 2 0,-61 23 0,-82 21 0,-168 50 0,320-93 0,6-4 0,0-1 0,-1-1 0,1-2 0,-42 2 0,-121-8 0,71-1 0,-231 5 0,-315-5 0,100-63 0,417 42 0,43 8 0,-316-42 0,-5 33 0,-798 28 0,1100 4 0,0 4 0,-141 33 0,157-25 0,-323 30 0,-59-45 0,440-10 0,-1-1 0,1-3 0,-63-21 0,68 17 0,-1 2 0,-1 2 0,1 2 0,-62-3 0,70 9 0,-1-3 0,-72-17 0,41 7 0,-242-40 0,305 54 0,-1 0 0,1-1 0,-1 0 0,1-1 0,0 0 0,-14-8 0,19 10 0,1-1 0,0 0 0,-1 0 0,1 0 0,0 0 0,0 0 0,1 0 0,-1-1 0,0 1 0,1 0 0,-1-1 0,1 0 0,0 1 0,0-1 0,0 0 0,0 1 0,0-1 0,1 0 0,-1 0 0,1 0 0,0 0 0,0 0 0,0-3 0,21-216 0,14 69 0,-25 118 0,-1-1 0,-1 0 0,-2-1 0,-2 1 0,0-45 0,-7 492 0,3-408 0,-2 93 0,-26 165 0,28-256 0,-1-1 0,1 0 0,-1 0 0,-1 0 0,1 0 0,-1 0 0,1-1 0,-1 1 0,0 0 0,0-1 0,-1 1 0,1-1 0,-1 1 0,1-1 0,-1 0 0,0 0 0,-1-1 0,-4 5 0,1-4 0,1-1 0,-1 0 0,0 0 0,1-1 0,-1 1 0,0-1 0,0-1 0,0 1 0,0-1 0,-10-2 0,6 2 0,-1 0 0,0-1 0,0 0 0,0 0 0,0-1 0,0-1 0,-13-4 0,21 5 0,1 0 0,-1 0 0,1 0 0,0-1 0,0 1 0,0-1 0,0 1 0,0-1 0,0 0 0,1 0 0,0 0 0,-1-1 0,1 1 0,0 0 0,1-1 0,-1 0 0,0 1 0,1-1 0,0 0 0,0 0 0,0 0 0,1 0 0,-1-4 0,-5-63 0,3 0 0,6-72 0,1 24 0,-3-946 0,0 1026 0,2 1 0,1-1 0,3 1 0,19-67 0,65-138 0,-57 161 0,-26 56-23,-2 0 0,-1 0 0,-1 0 0,-1 0 0,-2-1 0,0 1 0,-5-44 0,1 3-1158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6T19:15:43.502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1 104 24575,'4'0'0,"3"-4"0,-1-7 0,3-1 0,0-3 0,3 1 0,0-1 0,2 1 0,-5 3 0,-10 4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6506E-6F23-1C3E-0620-5B9801FBF8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4F74F0-4028-EA12-462D-DE4EA1A8D4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3DE4AA-12BF-F4B3-7731-A176846D0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17DEE-8F85-4FD5-9C60-45D418EE86B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C1846F-018F-095E-8AFA-551E8B69D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C4AF88-A9CC-2FF7-D86A-EBB8682AE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D8295-6DFE-4868-9733-C7E125283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206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2C865-4557-1B1E-B458-667C84F91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21D9A4-8D9F-D13D-E336-C488355AC2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A8EA6D-E2A4-22DF-1BB8-E686701FF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17DEE-8F85-4FD5-9C60-45D418EE86B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97DA61-F913-9B42-3E5D-F77BFA108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E34AD4-9C59-E7DC-11FA-A6D5BA270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D8295-6DFE-4868-9733-C7E125283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379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49659-ADDC-68D8-F170-739F3A620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1EFB0B-6FDD-E169-538C-1389017FDD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3EDB65-412E-D826-9F5E-26D221B38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17DEE-8F85-4FD5-9C60-45D418EE86B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8B828-D6A0-6FDF-9791-BAF9E910C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0881C-3E1C-DC36-C5B2-577C71C2B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D8295-6DFE-4868-9733-C7E125283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092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F4FFC-C51F-8AFA-7440-3D0CD6675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882A4-1EF8-2EEB-B451-5D8ACFBDFA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7D34E1-432D-647A-A4B9-D39EC50EF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6F7D6A-0264-3F6C-3015-D313E186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17DEE-8F85-4FD5-9C60-45D418EE86B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74C8AE-8E36-31CB-2E68-9C17CD281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D6A2FE-0354-1845-C29D-8E5185A76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D8295-6DFE-4868-9733-C7E125283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8547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3E9B2-4C6E-2AAC-3425-9D2D59C58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43A0EF-F7A3-0EA6-D96F-B9FEF8B16F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6F3C3C-D1D3-3DDF-42F4-ACDB92F1C6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F568A8-0EF8-ADDC-A2E7-174CF60869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591415-3386-7E0C-D18D-F0A6184996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AD0124-7FCE-72EC-7DF3-A637C439F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17DEE-8F85-4FD5-9C60-45D418EE86B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654A82-A7C2-BA45-53EF-F9B1D769E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955FDB-DC0C-BD01-B884-477BE11AD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D8295-6DFE-4868-9733-C7E125283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600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7A7CD-8D33-DEF3-8A4B-8F477D5FC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FB7175-4688-0A6E-500E-209073CD6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17DEE-8F85-4FD5-9C60-45D418EE86B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86183E-5381-D994-EF0D-AF8F02B75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22D173-FD16-E4FC-3EA6-162CF39A5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D8295-6DFE-4868-9733-C7E125283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9572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E65377-9EAE-A8D3-DFA4-F36FC5E6A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17DEE-8F85-4FD5-9C60-45D418EE86B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F9ADAA-000F-FE97-FE0C-1C6D7F1AF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A77C6-F4CB-0AA6-24CD-F458CCC49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D8295-6DFE-4868-9733-C7E125283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643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69789-99E0-E589-CE3D-7A73C8E6D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4003C6-33C5-754E-602D-F880DBAD6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EA5799-441E-AEBC-39E4-6EF66ADBE0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22BC6E-BBAC-D3F4-0017-E29952A40F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17DEE-8F85-4FD5-9C60-45D418EE86B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CDB0F7-7D80-B882-900B-CF50CBA55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C7DD01-852C-EF66-F7A9-562EE47FC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D8295-6DFE-4868-9733-C7E125283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098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5AF7E-73FD-D740-47C1-186F85128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F70C3C-A035-9B46-2D44-E18628A7F1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A4A53C-BEBF-106C-5E3F-4ED1E125F5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ABAE65-292E-A6F4-2FC5-B0CF717DD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17DEE-8F85-4FD5-9C60-45D418EE86B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D4F0E1-C398-8850-7B31-848E190D5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E95727-AC81-4F99-8328-C1DC70B83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D8295-6DFE-4868-9733-C7E125283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8229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9E2C1-9338-B622-1168-27849248A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9B2B63-372E-D9F1-6C31-3C19CF4540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0A902-AA0E-3BA3-8692-6E24AD559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17DEE-8F85-4FD5-9C60-45D418EE86B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B4AB1-AF01-0987-E349-7A0C2454E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5F832-33B9-45FD-90DD-169BC98D9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D8295-6DFE-4868-9733-C7E125283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577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308AF7-E2BD-3071-5B3B-535FADC071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E9A50B-643B-8936-8B23-123D15FF8D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4A9DA-6270-E7B9-E5B6-57D8F014C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17DEE-8F85-4FD5-9C60-45D418EE86B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E6D40-B08B-6D0A-2DC6-0C903A0E4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36AB3-C575-73DE-9520-AA4088A08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D8295-6DFE-4868-9733-C7E125283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1962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45AF2F-3182-214A-084F-8608E9A96C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B9DFBF-2592-7887-73A6-8425C07B96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5CD3BF-81B1-1AF4-5C4D-CD4C3EC4C0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917DEE-8F85-4FD5-9C60-45D418EE86B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202BB-AA9C-884A-33AC-7BF4732946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CEE6E9-8C4F-8DC1-1D96-FE6AEA36A5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0D8295-6DFE-4868-9733-C7E125283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133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customXml" Target="../ink/ink2.xml"/><Relationship Id="rId10" Type="http://schemas.openxmlformats.org/officeDocument/2006/relationships/image" Target="../media/image12.png"/><Relationship Id="rId4" Type="http://schemas.openxmlformats.org/officeDocument/2006/relationships/image" Target="../media/image9.png"/><Relationship Id="rId9" Type="http://schemas.openxmlformats.org/officeDocument/2006/relationships/customXml" Target="../ink/ink4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customXml" Target="../ink/ink8.xml"/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7.xml"/><Relationship Id="rId5" Type="http://schemas.openxmlformats.org/officeDocument/2006/relationships/image" Target="../media/image14.png"/><Relationship Id="rId10" Type="http://schemas.openxmlformats.org/officeDocument/2006/relationships/image" Target="../media/image17.png"/><Relationship Id="rId4" Type="http://schemas.openxmlformats.org/officeDocument/2006/relationships/customXml" Target="../ink/ink6.xml"/><Relationship Id="rId9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noProof="1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noProof="1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noProof="1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noProof="1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DFAAA4E-806C-6D6A-39CE-7D022F3C8F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20676"/>
            <a:ext cx="7021513" cy="2308324"/>
          </a:xfrm>
        </p:spPr>
        <p:txBody>
          <a:bodyPr>
            <a:normAutofit/>
          </a:bodyPr>
          <a:lstStyle/>
          <a:p>
            <a:pPr algn="l"/>
            <a:r>
              <a:rPr lang="en-US" sz="7200" noProof="1">
                <a:solidFill>
                  <a:schemeClr val="bg1"/>
                </a:solidFill>
              </a:rPr>
              <a:t>ProTune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31AC6F-549F-A752-124C-41329A52D1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5024" y="3809999"/>
            <a:ext cx="7837338" cy="1012778"/>
          </a:xfrm>
        </p:spPr>
        <p:txBody>
          <a:bodyPr>
            <a:normAutofit/>
          </a:bodyPr>
          <a:lstStyle/>
          <a:p>
            <a:pPr algn="l"/>
            <a:r>
              <a:rPr lang="en-US" noProof="1">
                <a:solidFill>
                  <a:schemeClr val="bg1"/>
                </a:solidFill>
              </a:rPr>
              <a:t>Made by Kristers Jirgensons, Kristers Bizuns, Jānis Petrovs</a:t>
            </a:r>
          </a:p>
        </p:txBody>
      </p:sp>
    </p:spTree>
    <p:extLst>
      <p:ext uri="{BB962C8B-B14F-4D97-AF65-F5344CB8AC3E}">
        <p14:creationId xmlns:p14="http://schemas.microsoft.com/office/powerpoint/2010/main" val="1595511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02C996-E01D-7EA5-DE0C-353F1611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2635" y="1250575"/>
            <a:ext cx="4604274" cy="4163210"/>
          </a:xfrm>
        </p:spPr>
        <p:txBody>
          <a:bodyPr anchor="ctr">
            <a:normAutofit/>
          </a:bodyPr>
          <a:lstStyle/>
          <a:p>
            <a:r>
              <a:rPr lang="en-US" sz="8000" noProof="1">
                <a:solidFill>
                  <a:schemeClr val="bg1"/>
                </a:solidFill>
              </a:rPr>
              <a:t>Purpose of website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C57604-0CFD-4023-B9BD-107166A25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6476" y="1100949"/>
            <a:ext cx="4996593" cy="4462463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9E9F3-655D-C8C1-93DA-7A7BD5691A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3224" y="860612"/>
            <a:ext cx="4797909" cy="5023821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noProof="1">
                <a:solidFill>
                  <a:schemeClr val="bg1"/>
                </a:solidFill>
              </a:rPr>
              <a:t>To </a:t>
            </a:r>
            <a:r>
              <a:rPr lang="en-US" b="1" noProof="1">
                <a:solidFill>
                  <a:schemeClr val="bg1"/>
                </a:solidFill>
              </a:rPr>
              <a:t>promote</a:t>
            </a:r>
            <a:r>
              <a:rPr lang="en-US" noProof="1">
                <a:solidFill>
                  <a:schemeClr val="bg1"/>
                </a:solidFill>
              </a:rPr>
              <a:t> ProTune's chiptuning services and educate potential clients about vehicle performance optimization.</a:t>
            </a:r>
          </a:p>
        </p:txBody>
      </p:sp>
    </p:spTree>
    <p:extLst>
      <p:ext uri="{BB962C8B-B14F-4D97-AF65-F5344CB8AC3E}">
        <p14:creationId xmlns:p14="http://schemas.microsoft.com/office/powerpoint/2010/main" val="4117997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981A4D-418D-E7F8-A38E-91AFA99B9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noProof="1">
                <a:solidFill>
                  <a:srgbClr val="FFFFFF"/>
                </a:solidFill>
              </a:rPr>
              <a:t>Target audience</a:t>
            </a:r>
          </a:p>
        </p:txBody>
      </p:sp>
      <p:graphicFrame>
        <p:nvGraphicFramePr>
          <p:cNvPr id="7" name="Rectangle 2">
            <a:extLst>
              <a:ext uri="{FF2B5EF4-FFF2-40B4-BE49-F238E27FC236}">
                <a16:creationId xmlns:a16="http://schemas.microsoft.com/office/drawing/2014/main" id="{13566349-53C1-6C1A-B1CE-FF38743900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6497752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96430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5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1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1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C527B1-EC91-6EA4-CC01-DB2DAA538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 noProof="1">
                <a:solidFill>
                  <a:srgbClr val="FFFFFF"/>
                </a:solidFill>
              </a:rPr>
              <a:t>Goals</a:t>
            </a:r>
          </a:p>
        </p:txBody>
      </p:sp>
      <p:graphicFrame>
        <p:nvGraphicFramePr>
          <p:cNvPr id="63" name="Content Placeholder 2">
            <a:extLst>
              <a:ext uri="{FF2B5EF4-FFF2-40B4-BE49-F238E27FC236}">
                <a16:creationId xmlns:a16="http://schemas.microsoft.com/office/drawing/2014/main" id="{48652099-A341-DA81-1CB6-B4C394FB864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37234729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956979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noProof="1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noProof="1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noProof="1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noProof="1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2871B-C8A6-1C38-5E23-577D3459B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20676"/>
            <a:ext cx="7021513" cy="230832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7200" kern="1200" noProof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Website structure</a:t>
            </a:r>
          </a:p>
        </p:txBody>
      </p:sp>
    </p:spTree>
    <p:extLst>
      <p:ext uri="{BB962C8B-B14F-4D97-AF65-F5344CB8AC3E}">
        <p14:creationId xmlns:p14="http://schemas.microsoft.com/office/powerpoint/2010/main" val="19012829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99050EE-26AF-4253-BD50-F0FCD965A8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284" y="575361"/>
            <a:ext cx="5707277" cy="5707277"/>
          </a:xfrm>
          <a:prstGeom prst="ellipse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831D48-C2AB-A826-5ABE-D621D195F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48452"/>
            <a:ext cx="4974771" cy="3587786"/>
          </a:xfrm>
        </p:spPr>
        <p:txBody>
          <a:bodyPr>
            <a:normAutofit/>
          </a:bodyPr>
          <a:lstStyle/>
          <a:p>
            <a:pPr algn="ctr"/>
            <a:r>
              <a:rPr lang="en-US" noProof="1">
                <a:solidFill>
                  <a:schemeClr val="bg1"/>
                </a:solidFill>
              </a:rPr>
              <a:t>Frontend</a:t>
            </a:r>
          </a:p>
        </p:txBody>
      </p:sp>
      <p:grpSp>
        <p:nvGrpSpPr>
          <p:cNvPr id="12" name="Graphic 190">
            <a:extLst>
              <a:ext uri="{FF2B5EF4-FFF2-40B4-BE49-F238E27FC236}">
                <a16:creationId xmlns:a16="http://schemas.microsoft.com/office/drawing/2014/main" id="{00E015F5-1A99-4E40-BC3D-770780299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93117" y="1193254"/>
            <a:ext cx="1291642" cy="429215"/>
            <a:chOff x="2504802" y="1755501"/>
            <a:chExt cx="1598829" cy="531293"/>
          </a:xfrm>
          <a:solidFill>
            <a:schemeClr val="bg1"/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E6F571-2BB7-46DA-A3D9-B32ADDC16A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2113855"/>
              <a:ext cx="1598614" cy="172939"/>
            </a:xfrm>
            <a:custGeom>
              <a:avLst/>
              <a:gdLst>
                <a:gd name="connsiteX0" fmla="*/ 1248648 w 1598614"/>
                <a:gd name="connsiteY0" fmla="*/ 172939 h 172939"/>
                <a:gd name="connsiteX1" fmla="*/ 1123031 w 1598614"/>
                <a:gd name="connsiteY1" fmla="*/ 92708 h 172939"/>
                <a:gd name="connsiteX2" fmla="*/ 1024085 w 1598614"/>
                <a:gd name="connsiteY2" fmla="*/ 29469 h 172939"/>
                <a:gd name="connsiteX3" fmla="*/ 925140 w 1598614"/>
                <a:gd name="connsiteY3" fmla="*/ 92708 h 172939"/>
                <a:gd name="connsiteX4" fmla="*/ 799522 w 1598614"/>
                <a:gd name="connsiteY4" fmla="*/ 172939 h 172939"/>
                <a:gd name="connsiteX5" fmla="*/ 799522 w 1598614"/>
                <a:gd name="connsiteY5" fmla="*/ 172939 h 172939"/>
                <a:gd name="connsiteX6" fmla="*/ 673905 w 1598614"/>
                <a:gd name="connsiteY6" fmla="*/ 92708 h 172939"/>
                <a:gd name="connsiteX7" fmla="*/ 574959 w 1598614"/>
                <a:gd name="connsiteY7" fmla="*/ 29469 h 172939"/>
                <a:gd name="connsiteX8" fmla="*/ 476014 w 1598614"/>
                <a:gd name="connsiteY8" fmla="*/ 92708 h 172939"/>
                <a:gd name="connsiteX9" fmla="*/ 350396 w 1598614"/>
                <a:gd name="connsiteY9" fmla="*/ 172939 h 172939"/>
                <a:gd name="connsiteX10" fmla="*/ 224778 w 1598614"/>
                <a:gd name="connsiteY10" fmla="*/ 92708 h 172939"/>
                <a:gd name="connsiteX11" fmla="*/ 125833 w 1598614"/>
                <a:gd name="connsiteY11" fmla="*/ 29469 h 172939"/>
                <a:gd name="connsiteX12" fmla="*/ 26887 w 1598614"/>
                <a:gd name="connsiteY12" fmla="*/ 92708 h 172939"/>
                <a:gd name="connsiteX13" fmla="*/ 0 w 1598614"/>
                <a:gd name="connsiteY13" fmla="*/ 80232 h 172939"/>
                <a:gd name="connsiteX14" fmla="*/ 125618 w 1598614"/>
                <a:gd name="connsiteY14" fmla="*/ 0 h 172939"/>
                <a:gd name="connsiteX15" fmla="*/ 251235 w 1598614"/>
                <a:gd name="connsiteY15" fmla="*/ 80232 h 172939"/>
                <a:gd name="connsiteX16" fmla="*/ 350181 w 1598614"/>
                <a:gd name="connsiteY16" fmla="*/ 143471 h 172939"/>
                <a:gd name="connsiteX17" fmla="*/ 449126 w 1598614"/>
                <a:gd name="connsiteY17" fmla="*/ 80232 h 172939"/>
                <a:gd name="connsiteX18" fmla="*/ 574744 w 1598614"/>
                <a:gd name="connsiteY18" fmla="*/ 0 h 172939"/>
                <a:gd name="connsiteX19" fmla="*/ 700362 w 1598614"/>
                <a:gd name="connsiteY19" fmla="*/ 80232 h 172939"/>
                <a:gd name="connsiteX20" fmla="*/ 799307 w 1598614"/>
                <a:gd name="connsiteY20" fmla="*/ 143471 h 172939"/>
                <a:gd name="connsiteX21" fmla="*/ 799307 w 1598614"/>
                <a:gd name="connsiteY21" fmla="*/ 143471 h 172939"/>
                <a:gd name="connsiteX22" fmla="*/ 898253 w 1598614"/>
                <a:gd name="connsiteY22" fmla="*/ 80232 h 172939"/>
                <a:gd name="connsiteX23" fmla="*/ 1023870 w 1598614"/>
                <a:gd name="connsiteY23" fmla="*/ 0 h 172939"/>
                <a:gd name="connsiteX24" fmla="*/ 1149488 w 1598614"/>
                <a:gd name="connsiteY24" fmla="*/ 80232 h 172939"/>
                <a:gd name="connsiteX25" fmla="*/ 1248433 w 1598614"/>
                <a:gd name="connsiteY25" fmla="*/ 143471 h 172939"/>
                <a:gd name="connsiteX26" fmla="*/ 1347379 w 1598614"/>
                <a:gd name="connsiteY26" fmla="*/ 80232 h 172939"/>
                <a:gd name="connsiteX27" fmla="*/ 1472997 w 1598614"/>
                <a:gd name="connsiteY27" fmla="*/ 0 h 172939"/>
                <a:gd name="connsiteX28" fmla="*/ 1598614 w 1598614"/>
                <a:gd name="connsiteY28" fmla="*/ 80232 h 172939"/>
                <a:gd name="connsiteX29" fmla="*/ 1571942 w 1598614"/>
                <a:gd name="connsiteY29" fmla="*/ 92708 h 172939"/>
                <a:gd name="connsiteX30" fmla="*/ 1472997 w 1598614"/>
                <a:gd name="connsiteY30" fmla="*/ 29469 h 172939"/>
                <a:gd name="connsiteX31" fmla="*/ 1374051 w 1598614"/>
                <a:gd name="connsiteY31" fmla="*/ 92708 h 172939"/>
                <a:gd name="connsiteX32" fmla="*/ 1248648 w 1598614"/>
                <a:gd name="connsiteY32" fmla="*/ 172939 h 17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614" h="172939">
                  <a:moveTo>
                    <a:pt x="1248648" y="172939"/>
                  </a:moveTo>
                  <a:cubicBezTo>
                    <a:pt x="1194229" y="172939"/>
                    <a:pt x="1146046" y="142180"/>
                    <a:pt x="1123031" y="92708"/>
                  </a:cubicBezTo>
                  <a:cubicBezTo>
                    <a:pt x="1104962" y="53775"/>
                    <a:pt x="1067105" y="29469"/>
                    <a:pt x="1024085" y="29469"/>
                  </a:cubicBezTo>
                  <a:cubicBezTo>
                    <a:pt x="981066" y="29469"/>
                    <a:pt x="943208" y="53775"/>
                    <a:pt x="925140" y="92708"/>
                  </a:cubicBezTo>
                  <a:cubicBezTo>
                    <a:pt x="902124" y="142180"/>
                    <a:pt x="853942" y="172939"/>
                    <a:pt x="799522" y="172939"/>
                  </a:cubicBezTo>
                  <a:cubicBezTo>
                    <a:pt x="799522" y="172939"/>
                    <a:pt x="799522" y="172939"/>
                    <a:pt x="799522" y="172939"/>
                  </a:cubicBezTo>
                  <a:cubicBezTo>
                    <a:pt x="744887" y="172939"/>
                    <a:pt x="696920" y="142180"/>
                    <a:pt x="673905" y="92708"/>
                  </a:cubicBezTo>
                  <a:cubicBezTo>
                    <a:pt x="655836" y="53775"/>
                    <a:pt x="617979" y="29469"/>
                    <a:pt x="574959" y="29469"/>
                  </a:cubicBezTo>
                  <a:cubicBezTo>
                    <a:pt x="531939" y="29469"/>
                    <a:pt x="494082" y="53775"/>
                    <a:pt x="476014" y="92708"/>
                  </a:cubicBezTo>
                  <a:cubicBezTo>
                    <a:pt x="452998" y="142180"/>
                    <a:pt x="405031" y="172939"/>
                    <a:pt x="350396" y="172939"/>
                  </a:cubicBezTo>
                  <a:cubicBezTo>
                    <a:pt x="295976" y="172939"/>
                    <a:pt x="247794" y="142180"/>
                    <a:pt x="224778" y="92708"/>
                  </a:cubicBezTo>
                  <a:cubicBezTo>
                    <a:pt x="206710" y="53775"/>
                    <a:pt x="168853" y="29469"/>
                    <a:pt x="125833" y="29469"/>
                  </a:cubicBezTo>
                  <a:cubicBezTo>
                    <a:pt x="82813" y="29469"/>
                    <a:pt x="44956" y="53775"/>
                    <a:pt x="26887" y="92708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268" y="30759"/>
                    <a:pt x="969235" y="0"/>
                    <a:pt x="1023870" y="0"/>
                  </a:cubicBezTo>
                  <a:cubicBezTo>
                    <a:pt x="1078505" y="0"/>
                    <a:pt x="1126472" y="30759"/>
                    <a:pt x="1149488" y="80232"/>
                  </a:cubicBezTo>
                  <a:cubicBezTo>
                    <a:pt x="1167556" y="119165"/>
                    <a:pt x="1205414" y="143471"/>
                    <a:pt x="1248433" y="143471"/>
                  </a:cubicBezTo>
                  <a:cubicBezTo>
                    <a:pt x="1291453" y="143471"/>
                    <a:pt x="1329311" y="119165"/>
                    <a:pt x="1347379" y="80232"/>
                  </a:cubicBezTo>
                  <a:cubicBezTo>
                    <a:pt x="1370394" y="30759"/>
                    <a:pt x="1418361" y="0"/>
                    <a:pt x="1472997" y="0"/>
                  </a:cubicBezTo>
                  <a:cubicBezTo>
                    <a:pt x="1527632" y="0"/>
                    <a:pt x="1575814" y="30759"/>
                    <a:pt x="1598614" y="80232"/>
                  </a:cubicBezTo>
                  <a:lnTo>
                    <a:pt x="1571942" y="92708"/>
                  </a:lnTo>
                  <a:cubicBezTo>
                    <a:pt x="1553874" y="53775"/>
                    <a:pt x="1515801" y="29469"/>
                    <a:pt x="1472997" y="29469"/>
                  </a:cubicBezTo>
                  <a:cubicBezTo>
                    <a:pt x="1429977" y="29469"/>
                    <a:pt x="1392119" y="53775"/>
                    <a:pt x="1374051" y="92708"/>
                  </a:cubicBezTo>
                  <a:cubicBezTo>
                    <a:pt x="1351251" y="142180"/>
                    <a:pt x="1303069" y="172939"/>
                    <a:pt x="1248648" y="172939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A905CC16-753C-4B9F-B3E2-C456795AE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1755501"/>
              <a:ext cx="1598829" cy="172724"/>
            </a:xfrm>
            <a:custGeom>
              <a:avLst/>
              <a:gdLst>
                <a:gd name="connsiteX0" fmla="*/ 1248648 w 1598829"/>
                <a:gd name="connsiteY0" fmla="*/ 172724 h 172724"/>
                <a:gd name="connsiteX1" fmla="*/ 1123031 w 1598829"/>
                <a:gd name="connsiteY1" fmla="*/ 92492 h 172724"/>
                <a:gd name="connsiteX2" fmla="*/ 1024085 w 1598829"/>
                <a:gd name="connsiteY2" fmla="*/ 29253 h 172724"/>
                <a:gd name="connsiteX3" fmla="*/ 925140 w 1598829"/>
                <a:gd name="connsiteY3" fmla="*/ 92492 h 172724"/>
                <a:gd name="connsiteX4" fmla="*/ 799522 w 1598829"/>
                <a:gd name="connsiteY4" fmla="*/ 172724 h 172724"/>
                <a:gd name="connsiteX5" fmla="*/ 799522 w 1598829"/>
                <a:gd name="connsiteY5" fmla="*/ 172724 h 172724"/>
                <a:gd name="connsiteX6" fmla="*/ 673905 w 1598829"/>
                <a:gd name="connsiteY6" fmla="*/ 92492 h 172724"/>
                <a:gd name="connsiteX7" fmla="*/ 574959 w 1598829"/>
                <a:gd name="connsiteY7" fmla="*/ 29253 h 172724"/>
                <a:gd name="connsiteX8" fmla="*/ 476014 w 1598829"/>
                <a:gd name="connsiteY8" fmla="*/ 92492 h 172724"/>
                <a:gd name="connsiteX9" fmla="*/ 350396 w 1598829"/>
                <a:gd name="connsiteY9" fmla="*/ 172724 h 172724"/>
                <a:gd name="connsiteX10" fmla="*/ 224778 w 1598829"/>
                <a:gd name="connsiteY10" fmla="*/ 92492 h 172724"/>
                <a:gd name="connsiteX11" fmla="*/ 125833 w 1598829"/>
                <a:gd name="connsiteY11" fmla="*/ 29253 h 172724"/>
                <a:gd name="connsiteX12" fmla="*/ 26887 w 1598829"/>
                <a:gd name="connsiteY12" fmla="*/ 92492 h 172724"/>
                <a:gd name="connsiteX13" fmla="*/ 0 w 1598829"/>
                <a:gd name="connsiteY13" fmla="*/ 80232 h 172724"/>
                <a:gd name="connsiteX14" fmla="*/ 125618 w 1598829"/>
                <a:gd name="connsiteY14" fmla="*/ 0 h 172724"/>
                <a:gd name="connsiteX15" fmla="*/ 251235 w 1598829"/>
                <a:gd name="connsiteY15" fmla="*/ 80232 h 172724"/>
                <a:gd name="connsiteX16" fmla="*/ 350181 w 1598829"/>
                <a:gd name="connsiteY16" fmla="*/ 143471 h 172724"/>
                <a:gd name="connsiteX17" fmla="*/ 449126 w 1598829"/>
                <a:gd name="connsiteY17" fmla="*/ 80232 h 172724"/>
                <a:gd name="connsiteX18" fmla="*/ 574744 w 1598829"/>
                <a:gd name="connsiteY18" fmla="*/ 0 h 172724"/>
                <a:gd name="connsiteX19" fmla="*/ 700362 w 1598829"/>
                <a:gd name="connsiteY19" fmla="*/ 80232 h 172724"/>
                <a:gd name="connsiteX20" fmla="*/ 799307 w 1598829"/>
                <a:gd name="connsiteY20" fmla="*/ 143471 h 172724"/>
                <a:gd name="connsiteX21" fmla="*/ 799307 w 1598829"/>
                <a:gd name="connsiteY21" fmla="*/ 143471 h 172724"/>
                <a:gd name="connsiteX22" fmla="*/ 898253 w 1598829"/>
                <a:gd name="connsiteY22" fmla="*/ 80232 h 172724"/>
                <a:gd name="connsiteX23" fmla="*/ 1024085 w 1598829"/>
                <a:gd name="connsiteY23" fmla="*/ 0 h 172724"/>
                <a:gd name="connsiteX24" fmla="*/ 1149703 w 1598829"/>
                <a:gd name="connsiteY24" fmla="*/ 80232 h 172724"/>
                <a:gd name="connsiteX25" fmla="*/ 1248648 w 1598829"/>
                <a:gd name="connsiteY25" fmla="*/ 143471 h 172724"/>
                <a:gd name="connsiteX26" fmla="*/ 1347594 w 1598829"/>
                <a:gd name="connsiteY26" fmla="*/ 80232 h 172724"/>
                <a:gd name="connsiteX27" fmla="*/ 1473212 w 1598829"/>
                <a:gd name="connsiteY27" fmla="*/ 0 h 172724"/>
                <a:gd name="connsiteX28" fmla="*/ 1598829 w 1598829"/>
                <a:gd name="connsiteY28" fmla="*/ 80232 h 172724"/>
                <a:gd name="connsiteX29" fmla="*/ 1572157 w 1598829"/>
                <a:gd name="connsiteY29" fmla="*/ 92492 h 172724"/>
                <a:gd name="connsiteX30" fmla="*/ 1473212 w 1598829"/>
                <a:gd name="connsiteY30" fmla="*/ 29253 h 172724"/>
                <a:gd name="connsiteX31" fmla="*/ 1374266 w 1598829"/>
                <a:gd name="connsiteY31" fmla="*/ 92492 h 172724"/>
                <a:gd name="connsiteX32" fmla="*/ 1248648 w 1598829"/>
                <a:gd name="connsiteY32" fmla="*/ 172724 h 17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829" h="172724">
                  <a:moveTo>
                    <a:pt x="1248648" y="172724"/>
                  </a:moveTo>
                  <a:cubicBezTo>
                    <a:pt x="1194229" y="172724"/>
                    <a:pt x="1146046" y="141965"/>
                    <a:pt x="1123031" y="92492"/>
                  </a:cubicBezTo>
                  <a:cubicBezTo>
                    <a:pt x="1104962" y="53560"/>
                    <a:pt x="1067105" y="29253"/>
                    <a:pt x="1024085" y="29253"/>
                  </a:cubicBezTo>
                  <a:cubicBezTo>
                    <a:pt x="981066" y="29253"/>
                    <a:pt x="943208" y="53560"/>
                    <a:pt x="925140" y="92492"/>
                  </a:cubicBezTo>
                  <a:cubicBezTo>
                    <a:pt x="902124" y="141965"/>
                    <a:pt x="853942" y="172724"/>
                    <a:pt x="799522" y="172724"/>
                  </a:cubicBezTo>
                  <a:cubicBezTo>
                    <a:pt x="799522" y="172724"/>
                    <a:pt x="799522" y="172724"/>
                    <a:pt x="799522" y="172724"/>
                  </a:cubicBezTo>
                  <a:cubicBezTo>
                    <a:pt x="744887" y="172724"/>
                    <a:pt x="696920" y="141965"/>
                    <a:pt x="673905" y="92492"/>
                  </a:cubicBezTo>
                  <a:cubicBezTo>
                    <a:pt x="655836" y="53560"/>
                    <a:pt x="617979" y="29253"/>
                    <a:pt x="574959" y="29253"/>
                  </a:cubicBezTo>
                  <a:cubicBezTo>
                    <a:pt x="531939" y="29253"/>
                    <a:pt x="494082" y="53560"/>
                    <a:pt x="476014" y="92492"/>
                  </a:cubicBezTo>
                  <a:cubicBezTo>
                    <a:pt x="452998" y="141965"/>
                    <a:pt x="405031" y="172724"/>
                    <a:pt x="350396" y="172724"/>
                  </a:cubicBezTo>
                  <a:cubicBezTo>
                    <a:pt x="295976" y="172724"/>
                    <a:pt x="247794" y="141965"/>
                    <a:pt x="224778" y="92492"/>
                  </a:cubicBezTo>
                  <a:cubicBezTo>
                    <a:pt x="206710" y="53560"/>
                    <a:pt x="168853" y="29253"/>
                    <a:pt x="125833" y="29253"/>
                  </a:cubicBezTo>
                  <a:cubicBezTo>
                    <a:pt x="82813" y="29253"/>
                    <a:pt x="44956" y="53560"/>
                    <a:pt x="26887" y="92492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483" y="30759"/>
                    <a:pt x="969450" y="0"/>
                    <a:pt x="1024085" y="0"/>
                  </a:cubicBezTo>
                  <a:cubicBezTo>
                    <a:pt x="1078720" y="0"/>
                    <a:pt x="1126688" y="30759"/>
                    <a:pt x="1149703" y="80232"/>
                  </a:cubicBezTo>
                  <a:cubicBezTo>
                    <a:pt x="1167771" y="119165"/>
                    <a:pt x="1205629" y="143471"/>
                    <a:pt x="1248648" y="143471"/>
                  </a:cubicBezTo>
                  <a:cubicBezTo>
                    <a:pt x="1291668" y="143471"/>
                    <a:pt x="1329526" y="119165"/>
                    <a:pt x="1347594" y="80232"/>
                  </a:cubicBezTo>
                  <a:cubicBezTo>
                    <a:pt x="1370610" y="30759"/>
                    <a:pt x="1418792" y="0"/>
                    <a:pt x="1473212" y="0"/>
                  </a:cubicBezTo>
                  <a:cubicBezTo>
                    <a:pt x="1527847" y="0"/>
                    <a:pt x="1576029" y="30759"/>
                    <a:pt x="1598829" y="80232"/>
                  </a:cubicBezTo>
                  <a:lnTo>
                    <a:pt x="1572157" y="92492"/>
                  </a:lnTo>
                  <a:cubicBezTo>
                    <a:pt x="1554089" y="53560"/>
                    <a:pt x="1516016" y="29253"/>
                    <a:pt x="1473212" y="29253"/>
                  </a:cubicBezTo>
                  <a:cubicBezTo>
                    <a:pt x="1430192" y="29253"/>
                    <a:pt x="1392335" y="53560"/>
                    <a:pt x="1374266" y="92492"/>
                  </a:cubicBezTo>
                  <a:cubicBezTo>
                    <a:pt x="1351251" y="141965"/>
                    <a:pt x="1303069" y="172724"/>
                    <a:pt x="1248648" y="172724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6" name="Graphic 212">
            <a:extLst>
              <a:ext uri="{FF2B5EF4-FFF2-40B4-BE49-F238E27FC236}">
                <a16:creationId xmlns:a16="http://schemas.microsoft.com/office/drawing/2014/main" id="{D0C78466-EB6E-45A0-99A6-A00789ACD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7727" y="421588"/>
            <a:ext cx="1291468" cy="1291468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18" name="Graphic 212">
            <a:extLst>
              <a:ext uri="{FF2B5EF4-FFF2-40B4-BE49-F238E27FC236}">
                <a16:creationId xmlns:a16="http://schemas.microsoft.com/office/drawing/2014/main" id="{E99F76E4-5DFD-4DBE-B042-66FBCD118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7727" y="421588"/>
            <a:ext cx="1291468" cy="1291468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grpSp>
        <p:nvGrpSpPr>
          <p:cNvPr id="20" name="Graphic 4">
            <a:extLst>
              <a:ext uri="{FF2B5EF4-FFF2-40B4-BE49-F238E27FC236}">
                <a16:creationId xmlns:a16="http://schemas.microsoft.com/office/drawing/2014/main" id="{5468B3A9-705E-43C3-A742-0619B0D8F2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0915" y="4748271"/>
            <a:ext cx="1330536" cy="1330521"/>
            <a:chOff x="5734037" y="3067039"/>
            <a:chExt cx="724483" cy="724489"/>
          </a:xfrm>
          <a:solidFill>
            <a:schemeClr val="bg1"/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9D439AD-5D67-497C-B831-D17FC3E592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067039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23F54BF2-C71C-45C5-9408-3B5E011B0F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BBABE17-DB56-44AB-934B-63C07C79F0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B483D20-A128-4076-AF54-88646172B8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5EFA818-FDDA-49E9-B11F-E9DC1854A9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EA1F8728-F8F7-4828-A718-A15E7663EA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8DA1F73F-AA1D-41D7-BAAB-292FD94A3E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9441DEA-C85E-4B9C-A48D-8437854C4C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2628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5EBAA20-1368-4495-8D7C-820FAD8EC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2628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FB92591-626C-4D2B-A3E6-EC8742D67B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392448D-513F-4528-9D8D-A151982041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1946BAE-1546-4EA4-A108-A799BF5D2C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42A8EC93-6A35-4D37-A8CB-59362BF875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12628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FC3ECA2-E914-4D83-ABF9-B9FFD96E92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12B1108-9AAC-4F10-A64F-0D6963E518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8543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84CDA0C-B2AB-4791-83B1-C053C061D6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F857BF6B-E0CA-49C0-8827-B44CE8B928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D7B06A7-ADDF-4F27-B11F-08422FC18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E8B0DA6C-71D7-4FCB-AE4C-035E0ADB50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EB078173-ADFB-480D-91A4-4D71C01098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AAA4027A-C97B-4C9A-B04C-EBE2112200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C06DA92D-C6D0-4C7D-98CF-D9576912E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24467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6601653-3941-4C9B-BD39-62EECE23AE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244677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2BC4A394-4FFE-4BFE-9A59-2B624E071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EB4EABA5-FDCF-4F6F-8FF1-6FDFF50580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10F3C940-2320-488A-B24C-AB0A4FB53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F525BA82-37D8-47ED-AFF6-AE57124A4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2446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C2D78955-C80F-4DA3-83AA-D28A5A6FAD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C23DAAC-7C06-4012-8CBB-8E3126B68B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0382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0D19F80-DC80-49EC-8EDD-7889092C18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11F50BB3-EA39-4693-BAE1-1101EF0A41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00EFD45B-69A8-47F6-A5BF-779F7EB49F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9E53C464-7272-4EBC-830B-CB29A96988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B6BF10CE-C2AD-487A-9402-8D5C746ECF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1064C7FE-F8EB-47EF-97FA-348A520599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991C553-06A1-4F26-BBBC-80F7E11E7A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63074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CE9C081-2191-4C84-956E-F106BB015C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292F6F03-BC34-40C6-8F17-7A169CD72F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5101B80-7351-4F0F-AB7D-3E40B4D266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570EE1D-95AC-4660-8E96-7C8A36FEB6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385D9A56-2D15-4E0A-B981-E168F0906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63074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28D0BA2F-9273-4EAA-AD17-C4EFE11403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512CC54E-7976-4DC9-984C-45C2A23A72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222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C8A3FC72-9FF9-41F6-97E0-45A0FEE946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48918C16-C9B6-40D5-93A0-DB547B644A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A05612C6-4858-4854-A3D3-90CF1E1C75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A8E88D77-C726-4008-849C-DA7361F885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24CFE7CA-C955-4365-90C3-6272CB9A3C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38B43FC8-B81C-490A-A346-4C6235DA8A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214D0221-0C97-4C71-B535-7506956EF8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ED0C44EA-BD25-49A3-9EB8-9D8DED7C1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A3C9CCF2-15CC-4F7D-87F5-7FFEBAC9C2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AA321D8-1D2C-472C-A2DB-EBB74498DD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724680C1-4BB5-45DB-A558-82514418CF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C94F4CEF-82DD-4CFB-8EE3-4AB115F6A0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4F186C9C-C620-4426-A674-E40F808F66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2628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8929942C-BA3F-40EF-94DD-4A5C22C5B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D234974B-3555-465B-95A7-1C63CE7386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0E38F9FD-48AC-4C3E-9E75-D1C0B555E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3AA72E26-5C3D-4231-9042-E00AE43E80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6684433D-3C9E-4C19-A801-D51CF3064F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2628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ADB0C3D-A021-4F40-93B3-76B61334F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85433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1781C18-F408-401D-8A86-99FFBB9895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9D958D9F-E4B0-48B1-ADA4-3053AFB5D9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43EFCD46-F0FB-499C-81B9-3508FE5C8C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2B6A130F-CB85-4BDA-8DDF-8DAAB2F7D0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9359DA40-CA94-4B1F-9BE6-C800BEEC77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8543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73304FCD-8DAD-4BC8-A16E-84DDCA07FF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244676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CB4864C-8F67-4BE7-89CC-664EA25EC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845F543D-67FC-4640-A2A1-69DA6D0528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DBDB2A9C-60E5-4F7E-BA2B-4DD1595FB9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72B10DA2-D88E-4952-BDB5-102E61B4B2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AC5F5BED-3698-4F52-9977-D8CA2DC031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2446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E19CCEBC-AD20-45B2-A751-42B40BB31C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3A978AD9-9A35-4B89-B3BC-61E54AD9EB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77D8C808-AFC9-42DD-B253-0048903791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EECD0BF1-7C64-407E-8306-4C447B1D3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953B0F94-AC35-4CB2-878D-1DC7D68BE9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08EA50C2-BB5F-4368-AA91-67B207C1AB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DE45A7FE-0A45-45F6-8417-EBDA5A12D8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DA8B8DC8-F88C-432E-A8C2-8D13FE874F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D02C5430-233D-49F7-B852-181D2B2F61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76DB286F-9E15-441C-8697-57007B76C1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34DC0EE-15B7-44AE-A7DC-8B5E22688A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4FBE9900-F640-4248-9C4C-EDBE5E00AF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63074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37FF04AF-F86B-49F8-AAB5-DA696591A1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10DCFEA-4572-47A3-A6BE-7B21F5758C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A42ED8E-CCC8-478F-9EF4-625B633071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46DF8F4-DF09-4E6C-887F-C9269E56A5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7FF3916E-5C82-4956-A88B-81BFAC91B8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7E5CF7AE-ED45-4AB5-9AEB-56FC964BFA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4222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7CFB132C-BEB1-4897-B1A4-97422811F6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81374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4EE49F21-E336-41BC-8256-85A9AB597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C62510EE-BDCD-4393-9AD7-2D0C9A722D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2420F94B-4F00-4C6C-97E3-BA5B5E6871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E712560A-A110-4132-85D5-21BBBFA8C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D1E3102B-23D5-43AE-A67D-583AAA52BA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9D5ABE4E-EB80-423C-BBCE-9C1B77D9B0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BEB8CCC5-38F5-4892-A00B-14B645BBDF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4062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8860175F-F7D5-4464-AD61-5B435528FE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E28C20B0-98AA-4A5B-8CE1-236A3F6CAA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A56719F-13F0-4B75-8C04-DAACD8FD86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30555DA-285C-4859-83DE-B16FF6DB13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67AF00E9-C8D6-41C4-9703-5468F51639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07F88BD-A2E8-4F25-BB43-9372C6C9F3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DFAE35DA-8283-4F4B-8C00-FF8EFE39B3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9977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4340DEBE-A255-48E2-B7B2-AE881651CE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FE968FB9-507A-4F2E-B346-15995081B1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4DA99BD8-9C2B-46BF-AA27-ED405540D1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50C84F67-D2C2-48DF-8537-DF99C60240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F5CAEB9A-26A6-4FBF-916B-19FC9B0BFC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E4DEDE1B-4819-4E4B-849E-330D7DF56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C441B73E-F19C-4313-8F46-F600603B36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7" y="365901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014FE805-EF51-4859-A6DF-CF75F9A0F5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2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624CF2A5-BD9E-4570-8560-063BC70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2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6BEC415C-7946-43B2-9AC8-348B6B5CD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1B615AD5-3365-43D4-8E16-377A2A2F97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9D184DFD-DD33-491E-90FF-6E4ECA2668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31B62FE1-0262-4B09-ABEA-8AA010137D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20C539C6-FAA9-4EBE-93D9-1F946E1449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9" y="371816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8C6EF3FF-09E5-4099-A49B-CA364A6E8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B3C5E06F-8F1E-4771-AAE4-B34B1D6A3D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4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538D5AE9-76CC-4AE4-B026-656EDCB01B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30F1A9B9-52AB-4527-BD4A-1802F7C960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46A57D78-C020-4EEF-971D-0C8802889A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7666D7A3-5ABF-4EDE-A0C5-F2099B2D86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5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13BC460A-E0FF-4658-A2FD-A3AF4D51DF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40" y="377741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26467CC2-3AB3-4D37-8323-385B7399F7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5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563A1F58-33CE-4EDF-B902-3F43F69DA2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6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DCFAB2F-7E88-4A57-999A-2506A1FE7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83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571BEB66-3787-441F-BB54-80C05C6F13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35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641DC095-611E-4979-8664-6C0EB878FC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82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210B9ECF-D859-4919-A9D6-3208548F00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31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4FBC31D4-7E98-452C-8A87-822DE0432C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481374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E302346C-F328-435B-87ED-447C6F8542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B94F507E-9E94-432E-AE8A-A6CB2C5D05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1FFAC4F0-FD7F-4943-B60E-E276F8B23F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A8A5D871-92FD-43C3-BF94-0B524FA7D3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6A79A241-1665-453E-ADD4-18892D4F8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48137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81EABE18-4189-4E07-93C9-9B76673E3E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4062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B658A0EE-6F09-4EF7-B5E7-F23A556BD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4062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5EB019C-C95B-4DE3-BD17-DC20F8007A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406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2948B3ED-79C1-47C8-B712-0BFB5536C3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4062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13387DB9-900B-422D-90F7-C5C7EB5D59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406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48FDCCF3-E6D6-4CD0-9D47-02FE785C7A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40631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BC14E8F6-33F6-47CE-9A24-EA71D71496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997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F78CC38F-63FC-4552-B17B-8D79D3C8F8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89042823-A002-49CE-B03D-ED1291DC13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96EFC6CE-198B-489B-B1EE-72CE842628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49FEA23D-54D9-45D7-9325-1E2F638C9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997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DB04EE3-370F-49CE-BCFE-C2999C3CF2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9978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8BCBCC34-797D-41A8-8AD1-7E03E1BBFF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65902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AFF5C1F8-0EDE-4835-89E6-1FCB2EA395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6171D504-6300-457C-AFCC-064DBB3FCC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62ACE739-C8C4-4495-B04C-C3AFC4481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3F4771CD-CDCA-4FFE-8EF5-E42D1781E7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A10C0BFE-A8F9-4E21-9DFD-37A4D26C62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4D8D4EF9-4EF7-4538-A4AE-439F9335EA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71817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7E0500AB-5662-43B9-95C2-2EC80CC54F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984021AD-A6A2-4CDA-A953-72FBA7598B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FD1FBF47-CAC8-4385-9DC7-C9BB6167EA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FBAEE482-005F-4288-8D66-09EA246C45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71817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2C5DCF49-33DE-4AFF-818E-42F59F2804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71817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866903F3-208B-46D5-925B-254DC74291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2" y="377741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2550D219-E342-4A38-BB89-575C1EE7A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2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5B5485FC-95D0-4660-9594-2C9BD3B776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8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2EA358DA-C7E8-4DF8-B7D6-CC58295655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4" y="3777383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7990E8BB-4369-4845-8436-A6F3FE1D1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7" y="37774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D6C050C5-1951-434B-A7FE-D271E73F8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pSp>
        <p:nvGrpSpPr>
          <p:cNvPr id="191" name="Graphic 4">
            <a:extLst>
              <a:ext uri="{FF2B5EF4-FFF2-40B4-BE49-F238E27FC236}">
                <a16:creationId xmlns:a16="http://schemas.microsoft.com/office/drawing/2014/main" id="{773717CC-ECEE-4ABF-BA61-C59F468017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0915" y="4748271"/>
            <a:ext cx="1330536" cy="1330521"/>
            <a:chOff x="5734037" y="3067039"/>
            <a:chExt cx="724483" cy="724489"/>
          </a:xfrm>
          <a:solidFill>
            <a:schemeClr val="bg1">
              <a:alpha val="60000"/>
            </a:schemeClr>
          </a:solidFill>
        </p:grpSpPr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9A4FAE41-62DF-4B8E-BD66-8EC206E0E3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067039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564C7F1F-5546-40DC-A16B-C9A3E45777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45583216-FC24-4B75-9703-DBEC401FF8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2FD0A70D-2E7E-4048-8145-0F45EDBBCE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B703C78E-D176-4455-B7B5-2DB4F418DB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AD23B98E-D1FB-4BD9-BA4A-060BC8266E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541992-EEDB-4D6B-BDA9-B66E58A170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08072B3B-B852-4186-ACFE-F61425132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2628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7B5DD2CA-BCBA-4F3E-B472-840067686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2628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C7335DFE-05E4-4D45-B035-1D85E7648E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ADCF9375-A092-491A-960D-A4DBB376C3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95341599-7E99-490F-9AF8-07EAE5C8DB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E1C55EB0-818A-46E6-8D53-5503100290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12628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319B036C-5BD8-4F3B-8935-96D50F410D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A8445880-106C-4DC8-A250-D132F0D6F3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8543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952AA1DD-5DBE-43CD-9B85-63C7626929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2A412466-ED73-4944-83CE-224B1769C2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807E195A-10DB-494C-A547-E1D0C6F616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4CD4AECE-734D-4B90-984F-B2ABFA2B6F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2927072E-8001-4AD1-A4C4-2EDBA3BF87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499D6F50-E593-46A3-81D8-73389276B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7A96E600-84B4-452B-AE40-295FC5807E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24467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CBBA17AC-C1AB-4BFC-A051-457275D1D6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244677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488E850C-90D5-4D0F-A57D-7809327EF3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9F98D808-AB13-4D8D-B4C5-9D32153462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95AFFBC0-FF37-4117-86FA-21ABDA17A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ED0AC42A-17B0-4154-968C-CAE2A04C28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2446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4A7A31A0-8490-4B9D-B9CC-7FF28053EB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8188899C-6A74-43D8-B36C-F86B278C89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0382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1537EAA6-95B6-4674-A7B9-40F9AB7F59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F4B29507-C08F-4764-B703-0EB33A0FAC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4200E500-6A99-47FC-A30F-FA4C85DA8C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9558677C-76AD-451F-AEEE-C5FEE4179C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79E472E5-A81A-44E7-AEBA-C3A593497B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5CD54F54-9E41-4635-A533-6CC6515E13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B22D6F46-74C0-49D9-8CD8-BC125E973D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63074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C6FAA6EC-EDF6-4522-ACD8-8D4F7FF872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5F8364DC-ED1A-482D-A418-7941B199CB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1896D361-70A8-4528-940B-F306550F88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4D1CB00A-0CE1-4E25-ADCE-9562845F54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E1B6761E-B7C6-4218-B95F-F6DEC0066D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63074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CA081177-DAC3-4667-91A1-4CC885D4A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435007DC-BB8D-43BA-9598-AE79AA262E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222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46628B8A-02EC-44EF-B52C-5EBAFBCF9C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2DACEC99-8F4C-495C-8EAA-670A3A02ED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C8EFEAD4-1425-4357-9D8A-F326DABC6E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FDA70E94-A082-47D4-B4F8-142AEF1DC3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10E96E8A-1EEA-4F1D-8CFE-12DC9B9E7A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B12D7CC4-A548-4FF7-A6B2-9151CFA9E3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B3F1C68-B597-4669-87F8-C80124ABE0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A57037D2-0958-4F34-815F-C8CA7F86AE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30AF3969-3F11-4157-B4B9-33B1314623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1D613E3-18F5-4426-ADEB-DEC123E16B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DC25548-A3A9-4018-A29B-6972D353F9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EDE6372-94D2-435D-BD43-A20072D807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729575A6-77E2-4199-8F0A-27C89330A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2628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12EB506D-59AD-4011-80F8-36A2BDB954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92FD46FA-14EB-46A2-B4A3-ECD1F49BAC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1CD84E07-49A9-40E3-B34C-91C156C9C6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F3090306-C384-44A0-8C38-77397133BA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3515E97E-31A4-4273-AB55-8EAD74CB9E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2628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792F63CA-0494-43E2-A0AA-37C35C8326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85433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5389A040-E4CC-4CE7-8B9F-40ECA9ACE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1BA51B23-705C-49BE-B606-8A9B623E0A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B16EF17A-F451-4B5B-9052-33A9116E9D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1B20B7D1-27D7-4E1A-A317-E9E7A105A9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1E3FADAF-FD1D-45B2-A40D-EBDD536E75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8543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301257BA-BCE2-4479-A04F-A9DBFAF92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244676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619D0ABC-04D9-405A-A52F-5EEC01762A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123AE5C7-608A-47A7-B7A1-55662B70BF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957BDA1A-3081-45EB-A31E-3F98EC6DC3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683DDA50-C794-4DC5-8297-CFDEB8DCB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FA42024A-A832-4635-9CE6-B968232CE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2446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564D00AA-3E68-4F56-80A0-08D5DFFB6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D988A711-E3E8-4172-AFE1-60E93FF10A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7A89FF34-EE34-461C-A3EF-73AC3801B9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80D55E43-BE59-444D-B32B-9C0306A126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639C823F-B16B-4DF7-BA6E-0D832AAB27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E623C08-172F-41EA-90CB-59ED0D583B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94C0577F-0FF9-47D5-8C6D-FC7B4CC318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30C80E9D-7909-4C52-ACAD-80FF874F99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2B9598CE-4E74-4A54-BAB8-59379D2114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E7188EAA-47E1-4B73-8682-C74A0421BE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36900E8B-61F2-411F-B29F-A9CDC6E811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0A25598A-334A-487D-9604-4753EAE81E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63074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C8DBE472-045A-491C-AB7C-4153EE2B00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2F6DD374-5D5F-48BB-8135-8F37EE2C2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386B8A5A-00D0-4291-937B-931B3F19CD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9C10BFA-8067-495D-810E-1F4085F7B4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51F94E69-8294-4AB3-A457-3BD4ACF085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AD2859C5-45C5-4EE2-8272-0FA7A02353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4222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14AFB321-1B9D-41AF-9686-8C689A3F4B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81374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5C4403F4-D893-4E4C-8DFE-E79AE6A62A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A894316-677B-4B51-AF19-0D3FAF96A7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07FDE9AD-8F5A-44B0-AC7E-30148150D0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A4D0E6BA-489D-4EA4-994E-225F7D078B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7EDFBCCB-EC92-4860-BBDB-2EC6355FEE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459DBA8E-2EB0-4C51-A161-2C595B89D4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FB1BA285-9A95-49B7-A098-F38400D92B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4062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D29C405E-90F5-4AB5-8B5F-3CA2F1815A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F7214FFD-3321-412F-9CA5-4BC6E874F9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5F16C3D8-64A1-443D-92A7-EA97518A63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7E4EFAB9-436A-4B6B-A16B-8DA3F614A8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37DDFC3-D7A5-443D-8417-D723296DA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253AC142-F4B4-47E8-BBEE-F7D0F8547F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890AAA82-94E2-41D0-AE92-9C87195CCB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9977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FD33B856-EF4E-40FC-BDA0-9E26203D03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24AEBF58-C8A2-4D00-9AFB-B5012AEA36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21270E55-4211-4529-BDC3-29B80BDF50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16DD7E91-EFBB-4DD7-B30F-4A13C20BED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96260F31-66FB-4E2C-801E-701C2B859A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B5FEE1C9-3961-4400-AD3E-B5AD93A474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34E1BE05-269F-4A13-99FE-2A973A0E77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7" y="365901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2D591FBD-65C6-46C4-AF19-875D652DCF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2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85F7E635-CB45-4346-BBFB-10FF0576AF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2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3BDAC885-F0B3-4D66-8587-438465298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3427A7E1-71C9-42CC-9CAF-53642DC4D0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20BF60C4-2E5D-473E-96B6-D22BB8536F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C4703732-1088-4448-ACC0-D8BD901B2C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6777D706-23BF-4962-98D3-D5AE7DF4EC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9" y="371816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783FF777-4C59-44D0-9441-2B40E0A70E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2037F33C-65F4-44B6-9CB2-D32D1552C6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4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E73BA403-F3FD-4D76-A516-5698375D64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0AF0D29B-415A-4327-A4B4-B5DC8F0AC0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374A9388-F55E-4F94-817D-5BFF0B59E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30C52183-F223-4E0A-B713-C91589CEB8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5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A6BEE030-DC6B-4CB1-A01B-95CC825525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40" y="377741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2D41CF67-37BB-443C-85CF-2A05174FD4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5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65A449CF-396F-45B8-B268-6824A4E89B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6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9C20A7EF-7013-4D6C-ADD8-868A931DF2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83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F787692C-3BA9-4D4D-82F8-E497797AAE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35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A6D539D6-A55E-40F5-83AC-A773405241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82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D4D7922F-CA55-4202-B99F-ED303E7044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31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4120C846-A602-4B6C-9C07-11D2B0F8A4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481374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84B5D527-4684-45F5-84CE-73642492DB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FF31CF21-8169-4D45-A115-9CF8D37189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DA8762B9-9CD8-4676-93F5-6C9358A940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A183E80A-70D1-4F52-A92D-D396648CCB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83FBB0F7-E17E-4890-9B66-3625BA1468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48137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708E7BF1-2D4D-44AB-A5CC-0ED91B8462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4062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4B468C4E-6F63-4172-AE1F-8965744DBC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4062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974C7149-F567-4D55-8F48-511DCF3A81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406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54A551FA-7E10-4D28-9A10-B9A06C0780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4062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1D04F3C0-CE2C-4B8D-A5BD-0E994FD8D9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406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D2EA9230-DD52-48A9-B268-56744EA506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40631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043A05F5-A8CF-4D01-AF12-95D1ECAE46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997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1F47C6BC-BD1A-4291-B018-05E5A72E4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E5B89844-FD17-4048-A3F5-35E390C6EF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B5593F34-8B0E-4D34-9781-B594E2F5D7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4428E4BB-2263-4D19-8254-C9B54B8565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997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2366216E-6EA2-4872-8370-C5EC22520F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9978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D66F8E3F-BF33-4F99-A1F0-EB5885BF2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65902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EB506747-ED9D-43EA-BD67-DF7971849E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AC803CE8-FFF7-40EA-AF62-102724C324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7EF6FFCA-06CC-4395-AEB0-425719A42D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0D95F285-AAC0-4F32-8665-2677878BD3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DFCCA2E-BF12-4D26-A5A4-A03387546A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2ABEAC60-6AC3-4D6A-95F9-2E79F6BE00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71817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FA6015B7-49FE-4729-B2F4-585F0F305F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D611DEB1-76FE-4625-9449-88E52D15F4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97F031C1-1AA7-4CA7-ADD3-E0577626E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96F5D0CB-22E6-4536-8403-F42527F31F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71817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A32718AB-7401-4F66-9C77-E06C3CF7CD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71817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85B6B5F1-D1E4-45A3-8117-348D02D2A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2" y="377741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534869FD-184C-42DB-B9DA-293DB67E5E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2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A781504F-CAFD-4201-B288-8B4A809B43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8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D9FC8348-2BA6-4631-8AA7-D63CD898C5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4" y="3777383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C1AF95A2-64EA-45E2-A43B-1EBD569109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7" y="37774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CFC80050-240D-434A-BFCB-DE4DA4FAFB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3C537B-0512-E754-4B80-221061A61F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2395" y="2082372"/>
            <a:ext cx="4974771" cy="29199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1">
                <a:solidFill>
                  <a:schemeClr val="bg1"/>
                </a:solidFill>
              </a:rPr>
              <a:t>Index.html – Which is the main landing page with navigation to Homt, Tuning, About us and Contact us</a:t>
            </a:r>
            <a:endParaRPr lang="lv-LV" noProof="1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lv-LV" noProof="1">
                <a:solidFill>
                  <a:schemeClr val="bg1"/>
                </a:solidFill>
              </a:rPr>
              <a:t>Admin</a:t>
            </a:r>
            <a:r>
              <a:rPr lang="en-US" noProof="1">
                <a:solidFill>
                  <a:schemeClr val="bg1"/>
                </a:solidFill>
              </a:rPr>
              <a:t>.html</a:t>
            </a:r>
            <a:r>
              <a:rPr lang="lv-LV" noProof="1">
                <a:solidFill>
                  <a:schemeClr val="bg1"/>
                </a:solidFill>
              </a:rPr>
              <a:t> – To allow the Administator to run CRUD operations</a:t>
            </a:r>
            <a:endParaRPr lang="en-US" noProof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037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44C48E-C89E-1215-A25A-E1CB901A1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FA0D51D-9CA8-1A59-0B48-79D2E5041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01F41AB-57D0-15E9-59B4-B9C1F21208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284" y="575361"/>
            <a:ext cx="5707277" cy="5707277"/>
          </a:xfrm>
          <a:prstGeom prst="ellipse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894509-B5F5-FA37-B07C-40E3D4CBF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48452"/>
            <a:ext cx="4974771" cy="3587786"/>
          </a:xfrm>
        </p:spPr>
        <p:txBody>
          <a:bodyPr>
            <a:normAutofit/>
          </a:bodyPr>
          <a:lstStyle/>
          <a:p>
            <a:pPr algn="ctr"/>
            <a:r>
              <a:rPr lang="lv-LV" noProof="1">
                <a:solidFill>
                  <a:schemeClr val="bg1"/>
                </a:solidFill>
              </a:rPr>
              <a:t>Backend</a:t>
            </a:r>
            <a:endParaRPr lang="en-US" noProof="1">
              <a:solidFill>
                <a:schemeClr val="bg1"/>
              </a:solidFill>
            </a:endParaRPr>
          </a:p>
        </p:txBody>
      </p:sp>
      <p:grpSp>
        <p:nvGrpSpPr>
          <p:cNvPr id="12" name="Graphic 190">
            <a:extLst>
              <a:ext uri="{FF2B5EF4-FFF2-40B4-BE49-F238E27FC236}">
                <a16:creationId xmlns:a16="http://schemas.microsoft.com/office/drawing/2014/main" id="{39FF5172-373E-E195-A641-90CBE61448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93117" y="1193254"/>
            <a:ext cx="1291642" cy="429215"/>
            <a:chOff x="2504802" y="1755501"/>
            <a:chExt cx="1598829" cy="531293"/>
          </a:xfrm>
          <a:solidFill>
            <a:schemeClr val="bg1"/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CE5BE17-CFD0-795A-A178-0531538F3F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2113855"/>
              <a:ext cx="1598614" cy="172939"/>
            </a:xfrm>
            <a:custGeom>
              <a:avLst/>
              <a:gdLst>
                <a:gd name="connsiteX0" fmla="*/ 1248648 w 1598614"/>
                <a:gd name="connsiteY0" fmla="*/ 172939 h 172939"/>
                <a:gd name="connsiteX1" fmla="*/ 1123031 w 1598614"/>
                <a:gd name="connsiteY1" fmla="*/ 92708 h 172939"/>
                <a:gd name="connsiteX2" fmla="*/ 1024085 w 1598614"/>
                <a:gd name="connsiteY2" fmla="*/ 29469 h 172939"/>
                <a:gd name="connsiteX3" fmla="*/ 925140 w 1598614"/>
                <a:gd name="connsiteY3" fmla="*/ 92708 h 172939"/>
                <a:gd name="connsiteX4" fmla="*/ 799522 w 1598614"/>
                <a:gd name="connsiteY4" fmla="*/ 172939 h 172939"/>
                <a:gd name="connsiteX5" fmla="*/ 799522 w 1598614"/>
                <a:gd name="connsiteY5" fmla="*/ 172939 h 172939"/>
                <a:gd name="connsiteX6" fmla="*/ 673905 w 1598614"/>
                <a:gd name="connsiteY6" fmla="*/ 92708 h 172939"/>
                <a:gd name="connsiteX7" fmla="*/ 574959 w 1598614"/>
                <a:gd name="connsiteY7" fmla="*/ 29469 h 172939"/>
                <a:gd name="connsiteX8" fmla="*/ 476014 w 1598614"/>
                <a:gd name="connsiteY8" fmla="*/ 92708 h 172939"/>
                <a:gd name="connsiteX9" fmla="*/ 350396 w 1598614"/>
                <a:gd name="connsiteY9" fmla="*/ 172939 h 172939"/>
                <a:gd name="connsiteX10" fmla="*/ 224778 w 1598614"/>
                <a:gd name="connsiteY10" fmla="*/ 92708 h 172939"/>
                <a:gd name="connsiteX11" fmla="*/ 125833 w 1598614"/>
                <a:gd name="connsiteY11" fmla="*/ 29469 h 172939"/>
                <a:gd name="connsiteX12" fmla="*/ 26887 w 1598614"/>
                <a:gd name="connsiteY12" fmla="*/ 92708 h 172939"/>
                <a:gd name="connsiteX13" fmla="*/ 0 w 1598614"/>
                <a:gd name="connsiteY13" fmla="*/ 80232 h 172939"/>
                <a:gd name="connsiteX14" fmla="*/ 125618 w 1598614"/>
                <a:gd name="connsiteY14" fmla="*/ 0 h 172939"/>
                <a:gd name="connsiteX15" fmla="*/ 251235 w 1598614"/>
                <a:gd name="connsiteY15" fmla="*/ 80232 h 172939"/>
                <a:gd name="connsiteX16" fmla="*/ 350181 w 1598614"/>
                <a:gd name="connsiteY16" fmla="*/ 143471 h 172939"/>
                <a:gd name="connsiteX17" fmla="*/ 449126 w 1598614"/>
                <a:gd name="connsiteY17" fmla="*/ 80232 h 172939"/>
                <a:gd name="connsiteX18" fmla="*/ 574744 w 1598614"/>
                <a:gd name="connsiteY18" fmla="*/ 0 h 172939"/>
                <a:gd name="connsiteX19" fmla="*/ 700362 w 1598614"/>
                <a:gd name="connsiteY19" fmla="*/ 80232 h 172939"/>
                <a:gd name="connsiteX20" fmla="*/ 799307 w 1598614"/>
                <a:gd name="connsiteY20" fmla="*/ 143471 h 172939"/>
                <a:gd name="connsiteX21" fmla="*/ 799307 w 1598614"/>
                <a:gd name="connsiteY21" fmla="*/ 143471 h 172939"/>
                <a:gd name="connsiteX22" fmla="*/ 898253 w 1598614"/>
                <a:gd name="connsiteY22" fmla="*/ 80232 h 172939"/>
                <a:gd name="connsiteX23" fmla="*/ 1023870 w 1598614"/>
                <a:gd name="connsiteY23" fmla="*/ 0 h 172939"/>
                <a:gd name="connsiteX24" fmla="*/ 1149488 w 1598614"/>
                <a:gd name="connsiteY24" fmla="*/ 80232 h 172939"/>
                <a:gd name="connsiteX25" fmla="*/ 1248433 w 1598614"/>
                <a:gd name="connsiteY25" fmla="*/ 143471 h 172939"/>
                <a:gd name="connsiteX26" fmla="*/ 1347379 w 1598614"/>
                <a:gd name="connsiteY26" fmla="*/ 80232 h 172939"/>
                <a:gd name="connsiteX27" fmla="*/ 1472997 w 1598614"/>
                <a:gd name="connsiteY27" fmla="*/ 0 h 172939"/>
                <a:gd name="connsiteX28" fmla="*/ 1598614 w 1598614"/>
                <a:gd name="connsiteY28" fmla="*/ 80232 h 172939"/>
                <a:gd name="connsiteX29" fmla="*/ 1571942 w 1598614"/>
                <a:gd name="connsiteY29" fmla="*/ 92708 h 172939"/>
                <a:gd name="connsiteX30" fmla="*/ 1472997 w 1598614"/>
                <a:gd name="connsiteY30" fmla="*/ 29469 h 172939"/>
                <a:gd name="connsiteX31" fmla="*/ 1374051 w 1598614"/>
                <a:gd name="connsiteY31" fmla="*/ 92708 h 172939"/>
                <a:gd name="connsiteX32" fmla="*/ 1248648 w 1598614"/>
                <a:gd name="connsiteY32" fmla="*/ 172939 h 17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614" h="172939">
                  <a:moveTo>
                    <a:pt x="1248648" y="172939"/>
                  </a:moveTo>
                  <a:cubicBezTo>
                    <a:pt x="1194229" y="172939"/>
                    <a:pt x="1146046" y="142180"/>
                    <a:pt x="1123031" y="92708"/>
                  </a:cubicBezTo>
                  <a:cubicBezTo>
                    <a:pt x="1104962" y="53775"/>
                    <a:pt x="1067105" y="29469"/>
                    <a:pt x="1024085" y="29469"/>
                  </a:cubicBezTo>
                  <a:cubicBezTo>
                    <a:pt x="981066" y="29469"/>
                    <a:pt x="943208" y="53775"/>
                    <a:pt x="925140" y="92708"/>
                  </a:cubicBezTo>
                  <a:cubicBezTo>
                    <a:pt x="902124" y="142180"/>
                    <a:pt x="853942" y="172939"/>
                    <a:pt x="799522" y="172939"/>
                  </a:cubicBezTo>
                  <a:cubicBezTo>
                    <a:pt x="799522" y="172939"/>
                    <a:pt x="799522" y="172939"/>
                    <a:pt x="799522" y="172939"/>
                  </a:cubicBezTo>
                  <a:cubicBezTo>
                    <a:pt x="744887" y="172939"/>
                    <a:pt x="696920" y="142180"/>
                    <a:pt x="673905" y="92708"/>
                  </a:cubicBezTo>
                  <a:cubicBezTo>
                    <a:pt x="655836" y="53775"/>
                    <a:pt x="617979" y="29469"/>
                    <a:pt x="574959" y="29469"/>
                  </a:cubicBezTo>
                  <a:cubicBezTo>
                    <a:pt x="531939" y="29469"/>
                    <a:pt x="494082" y="53775"/>
                    <a:pt x="476014" y="92708"/>
                  </a:cubicBezTo>
                  <a:cubicBezTo>
                    <a:pt x="452998" y="142180"/>
                    <a:pt x="405031" y="172939"/>
                    <a:pt x="350396" y="172939"/>
                  </a:cubicBezTo>
                  <a:cubicBezTo>
                    <a:pt x="295976" y="172939"/>
                    <a:pt x="247794" y="142180"/>
                    <a:pt x="224778" y="92708"/>
                  </a:cubicBezTo>
                  <a:cubicBezTo>
                    <a:pt x="206710" y="53775"/>
                    <a:pt x="168853" y="29469"/>
                    <a:pt x="125833" y="29469"/>
                  </a:cubicBezTo>
                  <a:cubicBezTo>
                    <a:pt x="82813" y="29469"/>
                    <a:pt x="44956" y="53775"/>
                    <a:pt x="26887" y="92708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268" y="30759"/>
                    <a:pt x="969235" y="0"/>
                    <a:pt x="1023870" y="0"/>
                  </a:cubicBezTo>
                  <a:cubicBezTo>
                    <a:pt x="1078505" y="0"/>
                    <a:pt x="1126472" y="30759"/>
                    <a:pt x="1149488" y="80232"/>
                  </a:cubicBezTo>
                  <a:cubicBezTo>
                    <a:pt x="1167556" y="119165"/>
                    <a:pt x="1205414" y="143471"/>
                    <a:pt x="1248433" y="143471"/>
                  </a:cubicBezTo>
                  <a:cubicBezTo>
                    <a:pt x="1291453" y="143471"/>
                    <a:pt x="1329311" y="119165"/>
                    <a:pt x="1347379" y="80232"/>
                  </a:cubicBezTo>
                  <a:cubicBezTo>
                    <a:pt x="1370394" y="30759"/>
                    <a:pt x="1418361" y="0"/>
                    <a:pt x="1472997" y="0"/>
                  </a:cubicBezTo>
                  <a:cubicBezTo>
                    <a:pt x="1527632" y="0"/>
                    <a:pt x="1575814" y="30759"/>
                    <a:pt x="1598614" y="80232"/>
                  </a:cubicBezTo>
                  <a:lnTo>
                    <a:pt x="1571942" y="92708"/>
                  </a:lnTo>
                  <a:cubicBezTo>
                    <a:pt x="1553874" y="53775"/>
                    <a:pt x="1515801" y="29469"/>
                    <a:pt x="1472997" y="29469"/>
                  </a:cubicBezTo>
                  <a:cubicBezTo>
                    <a:pt x="1429977" y="29469"/>
                    <a:pt x="1392119" y="53775"/>
                    <a:pt x="1374051" y="92708"/>
                  </a:cubicBezTo>
                  <a:cubicBezTo>
                    <a:pt x="1351251" y="142180"/>
                    <a:pt x="1303069" y="172939"/>
                    <a:pt x="1248648" y="172939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B20BFCB-2877-0F16-D84D-982B1374F0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1755501"/>
              <a:ext cx="1598829" cy="172724"/>
            </a:xfrm>
            <a:custGeom>
              <a:avLst/>
              <a:gdLst>
                <a:gd name="connsiteX0" fmla="*/ 1248648 w 1598829"/>
                <a:gd name="connsiteY0" fmla="*/ 172724 h 172724"/>
                <a:gd name="connsiteX1" fmla="*/ 1123031 w 1598829"/>
                <a:gd name="connsiteY1" fmla="*/ 92492 h 172724"/>
                <a:gd name="connsiteX2" fmla="*/ 1024085 w 1598829"/>
                <a:gd name="connsiteY2" fmla="*/ 29253 h 172724"/>
                <a:gd name="connsiteX3" fmla="*/ 925140 w 1598829"/>
                <a:gd name="connsiteY3" fmla="*/ 92492 h 172724"/>
                <a:gd name="connsiteX4" fmla="*/ 799522 w 1598829"/>
                <a:gd name="connsiteY4" fmla="*/ 172724 h 172724"/>
                <a:gd name="connsiteX5" fmla="*/ 799522 w 1598829"/>
                <a:gd name="connsiteY5" fmla="*/ 172724 h 172724"/>
                <a:gd name="connsiteX6" fmla="*/ 673905 w 1598829"/>
                <a:gd name="connsiteY6" fmla="*/ 92492 h 172724"/>
                <a:gd name="connsiteX7" fmla="*/ 574959 w 1598829"/>
                <a:gd name="connsiteY7" fmla="*/ 29253 h 172724"/>
                <a:gd name="connsiteX8" fmla="*/ 476014 w 1598829"/>
                <a:gd name="connsiteY8" fmla="*/ 92492 h 172724"/>
                <a:gd name="connsiteX9" fmla="*/ 350396 w 1598829"/>
                <a:gd name="connsiteY9" fmla="*/ 172724 h 172724"/>
                <a:gd name="connsiteX10" fmla="*/ 224778 w 1598829"/>
                <a:gd name="connsiteY10" fmla="*/ 92492 h 172724"/>
                <a:gd name="connsiteX11" fmla="*/ 125833 w 1598829"/>
                <a:gd name="connsiteY11" fmla="*/ 29253 h 172724"/>
                <a:gd name="connsiteX12" fmla="*/ 26887 w 1598829"/>
                <a:gd name="connsiteY12" fmla="*/ 92492 h 172724"/>
                <a:gd name="connsiteX13" fmla="*/ 0 w 1598829"/>
                <a:gd name="connsiteY13" fmla="*/ 80232 h 172724"/>
                <a:gd name="connsiteX14" fmla="*/ 125618 w 1598829"/>
                <a:gd name="connsiteY14" fmla="*/ 0 h 172724"/>
                <a:gd name="connsiteX15" fmla="*/ 251235 w 1598829"/>
                <a:gd name="connsiteY15" fmla="*/ 80232 h 172724"/>
                <a:gd name="connsiteX16" fmla="*/ 350181 w 1598829"/>
                <a:gd name="connsiteY16" fmla="*/ 143471 h 172724"/>
                <a:gd name="connsiteX17" fmla="*/ 449126 w 1598829"/>
                <a:gd name="connsiteY17" fmla="*/ 80232 h 172724"/>
                <a:gd name="connsiteX18" fmla="*/ 574744 w 1598829"/>
                <a:gd name="connsiteY18" fmla="*/ 0 h 172724"/>
                <a:gd name="connsiteX19" fmla="*/ 700362 w 1598829"/>
                <a:gd name="connsiteY19" fmla="*/ 80232 h 172724"/>
                <a:gd name="connsiteX20" fmla="*/ 799307 w 1598829"/>
                <a:gd name="connsiteY20" fmla="*/ 143471 h 172724"/>
                <a:gd name="connsiteX21" fmla="*/ 799307 w 1598829"/>
                <a:gd name="connsiteY21" fmla="*/ 143471 h 172724"/>
                <a:gd name="connsiteX22" fmla="*/ 898253 w 1598829"/>
                <a:gd name="connsiteY22" fmla="*/ 80232 h 172724"/>
                <a:gd name="connsiteX23" fmla="*/ 1024085 w 1598829"/>
                <a:gd name="connsiteY23" fmla="*/ 0 h 172724"/>
                <a:gd name="connsiteX24" fmla="*/ 1149703 w 1598829"/>
                <a:gd name="connsiteY24" fmla="*/ 80232 h 172724"/>
                <a:gd name="connsiteX25" fmla="*/ 1248648 w 1598829"/>
                <a:gd name="connsiteY25" fmla="*/ 143471 h 172724"/>
                <a:gd name="connsiteX26" fmla="*/ 1347594 w 1598829"/>
                <a:gd name="connsiteY26" fmla="*/ 80232 h 172724"/>
                <a:gd name="connsiteX27" fmla="*/ 1473212 w 1598829"/>
                <a:gd name="connsiteY27" fmla="*/ 0 h 172724"/>
                <a:gd name="connsiteX28" fmla="*/ 1598829 w 1598829"/>
                <a:gd name="connsiteY28" fmla="*/ 80232 h 172724"/>
                <a:gd name="connsiteX29" fmla="*/ 1572157 w 1598829"/>
                <a:gd name="connsiteY29" fmla="*/ 92492 h 172724"/>
                <a:gd name="connsiteX30" fmla="*/ 1473212 w 1598829"/>
                <a:gd name="connsiteY30" fmla="*/ 29253 h 172724"/>
                <a:gd name="connsiteX31" fmla="*/ 1374266 w 1598829"/>
                <a:gd name="connsiteY31" fmla="*/ 92492 h 172724"/>
                <a:gd name="connsiteX32" fmla="*/ 1248648 w 1598829"/>
                <a:gd name="connsiteY32" fmla="*/ 172724 h 17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829" h="172724">
                  <a:moveTo>
                    <a:pt x="1248648" y="172724"/>
                  </a:moveTo>
                  <a:cubicBezTo>
                    <a:pt x="1194229" y="172724"/>
                    <a:pt x="1146046" y="141965"/>
                    <a:pt x="1123031" y="92492"/>
                  </a:cubicBezTo>
                  <a:cubicBezTo>
                    <a:pt x="1104962" y="53560"/>
                    <a:pt x="1067105" y="29253"/>
                    <a:pt x="1024085" y="29253"/>
                  </a:cubicBezTo>
                  <a:cubicBezTo>
                    <a:pt x="981066" y="29253"/>
                    <a:pt x="943208" y="53560"/>
                    <a:pt x="925140" y="92492"/>
                  </a:cubicBezTo>
                  <a:cubicBezTo>
                    <a:pt x="902124" y="141965"/>
                    <a:pt x="853942" y="172724"/>
                    <a:pt x="799522" y="172724"/>
                  </a:cubicBezTo>
                  <a:cubicBezTo>
                    <a:pt x="799522" y="172724"/>
                    <a:pt x="799522" y="172724"/>
                    <a:pt x="799522" y="172724"/>
                  </a:cubicBezTo>
                  <a:cubicBezTo>
                    <a:pt x="744887" y="172724"/>
                    <a:pt x="696920" y="141965"/>
                    <a:pt x="673905" y="92492"/>
                  </a:cubicBezTo>
                  <a:cubicBezTo>
                    <a:pt x="655836" y="53560"/>
                    <a:pt x="617979" y="29253"/>
                    <a:pt x="574959" y="29253"/>
                  </a:cubicBezTo>
                  <a:cubicBezTo>
                    <a:pt x="531939" y="29253"/>
                    <a:pt x="494082" y="53560"/>
                    <a:pt x="476014" y="92492"/>
                  </a:cubicBezTo>
                  <a:cubicBezTo>
                    <a:pt x="452998" y="141965"/>
                    <a:pt x="405031" y="172724"/>
                    <a:pt x="350396" y="172724"/>
                  </a:cubicBezTo>
                  <a:cubicBezTo>
                    <a:pt x="295976" y="172724"/>
                    <a:pt x="247794" y="141965"/>
                    <a:pt x="224778" y="92492"/>
                  </a:cubicBezTo>
                  <a:cubicBezTo>
                    <a:pt x="206710" y="53560"/>
                    <a:pt x="168853" y="29253"/>
                    <a:pt x="125833" y="29253"/>
                  </a:cubicBezTo>
                  <a:cubicBezTo>
                    <a:pt x="82813" y="29253"/>
                    <a:pt x="44956" y="53560"/>
                    <a:pt x="26887" y="92492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483" y="30759"/>
                    <a:pt x="969450" y="0"/>
                    <a:pt x="1024085" y="0"/>
                  </a:cubicBezTo>
                  <a:cubicBezTo>
                    <a:pt x="1078720" y="0"/>
                    <a:pt x="1126688" y="30759"/>
                    <a:pt x="1149703" y="80232"/>
                  </a:cubicBezTo>
                  <a:cubicBezTo>
                    <a:pt x="1167771" y="119165"/>
                    <a:pt x="1205629" y="143471"/>
                    <a:pt x="1248648" y="143471"/>
                  </a:cubicBezTo>
                  <a:cubicBezTo>
                    <a:pt x="1291668" y="143471"/>
                    <a:pt x="1329526" y="119165"/>
                    <a:pt x="1347594" y="80232"/>
                  </a:cubicBezTo>
                  <a:cubicBezTo>
                    <a:pt x="1370610" y="30759"/>
                    <a:pt x="1418792" y="0"/>
                    <a:pt x="1473212" y="0"/>
                  </a:cubicBezTo>
                  <a:cubicBezTo>
                    <a:pt x="1527847" y="0"/>
                    <a:pt x="1576029" y="30759"/>
                    <a:pt x="1598829" y="80232"/>
                  </a:cubicBezTo>
                  <a:lnTo>
                    <a:pt x="1572157" y="92492"/>
                  </a:lnTo>
                  <a:cubicBezTo>
                    <a:pt x="1554089" y="53560"/>
                    <a:pt x="1516016" y="29253"/>
                    <a:pt x="1473212" y="29253"/>
                  </a:cubicBezTo>
                  <a:cubicBezTo>
                    <a:pt x="1430192" y="29253"/>
                    <a:pt x="1392335" y="53560"/>
                    <a:pt x="1374266" y="92492"/>
                  </a:cubicBezTo>
                  <a:cubicBezTo>
                    <a:pt x="1351251" y="141965"/>
                    <a:pt x="1303069" y="172724"/>
                    <a:pt x="1248648" y="172724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6" name="Graphic 212">
            <a:extLst>
              <a:ext uri="{FF2B5EF4-FFF2-40B4-BE49-F238E27FC236}">
                <a16:creationId xmlns:a16="http://schemas.microsoft.com/office/drawing/2014/main" id="{02BE96DF-4954-5A79-F455-020754493B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7727" y="421588"/>
            <a:ext cx="1291468" cy="1291468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18" name="Graphic 212">
            <a:extLst>
              <a:ext uri="{FF2B5EF4-FFF2-40B4-BE49-F238E27FC236}">
                <a16:creationId xmlns:a16="http://schemas.microsoft.com/office/drawing/2014/main" id="{8FC05EC6-7993-C9D6-F279-4FCADBC691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7727" y="421588"/>
            <a:ext cx="1291468" cy="1291468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grpSp>
        <p:nvGrpSpPr>
          <p:cNvPr id="20" name="Graphic 4">
            <a:extLst>
              <a:ext uri="{FF2B5EF4-FFF2-40B4-BE49-F238E27FC236}">
                <a16:creationId xmlns:a16="http://schemas.microsoft.com/office/drawing/2014/main" id="{B8798E1E-C588-C1B1-3398-13CA1787E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0915" y="4748271"/>
            <a:ext cx="1330536" cy="1330521"/>
            <a:chOff x="5734037" y="3067039"/>
            <a:chExt cx="724483" cy="724489"/>
          </a:xfrm>
          <a:solidFill>
            <a:schemeClr val="bg1"/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220D454-BAA8-76E0-FD50-CDD2447F6F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067039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2E8DD71-C0A9-A84E-B56D-C3D57C153F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49AFDB1-759B-8369-9430-48E30DA008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5506E525-B851-0282-2830-8E6B2BC575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5EBB8D7E-B049-CCF1-AC0A-8683953408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F5339F7A-F4BC-2B19-EAA2-835DF6C613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27B48AA-5C6F-9CB0-815A-629E02A9E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831EE5E-5E3D-B61A-914E-E82E6A1FD3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2628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5F686D30-AA52-2037-6AEC-307B24E694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2628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CE5660B-351A-DAF8-DA93-341A51AE44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46933C3-D29E-DD04-761C-261349F244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4BB98DE-DD09-6D54-1B23-A4C38EEE90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43550879-017B-6E97-46C6-B735B4F1BA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12628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89889A12-35FF-0E35-5B56-1741BC333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3D321BFC-5E0C-8E28-839C-5D322837E6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8543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03CA35EA-936D-C2C9-D80B-490A8DF62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7901F1A-7B81-94EE-D2DF-CCF5D9F6CB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39B55FE8-CA0C-E1FB-A064-EEA2AB73CF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828A9627-3476-EAA5-6072-678F93C583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E7FF6CF4-285F-09FA-D7F2-A64218A80B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CC06490E-9E0A-FB2C-E138-A585DEC095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ACEB3D3-447A-1621-0576-D1489A0367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24467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5081A104-5CE5-3134-05AC-4D7302201C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244677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DB69F1D7-A1B9-45F0-35EE-BDE1F2E23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96D126D3-396E-E770-4408-C816690888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3129B5E1-CDBA-39F2-0EB3-82D6D7AA03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8A9D9E5-1720-3FA5-99F8-59A6335F7D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2446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9A6ADBBC-4A6B-0C15-AA5A-65F597E98A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A733DA7-0D57-4060-C579-C24498032D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0382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E5080B00-C4A7-A370-3197-24E8CF04A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A0B14341-8732-FBED-0486-A9D140A819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DE4DE06-C2BB-A7D9-BF3E-4918698814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8A46876B-4432-0AC7-656B-4D749544EC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D7046801-A653-4266-E3AC-49DDA23C5B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E9E268E-13E3-CBE6-AD70-3A307A1D84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620F89D-43FF-95DC-21DE-C004E384EB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63074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C806A0B-02C1-74A0-9786-BB70E0957D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D6BD6FF-BB0A-09B1-E306-4B0B0A36D1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63969D85-18A9-1A15-4E24-85055DC3A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F73F082B-5BB9-3BB0-9965-716B531612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2F2F41B5-741F-EFA2-4833-51694643C3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63074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4FDF6C8E-920E-E0D3-6B19-B45BCD9BB3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B9E7D60-531E-CEB9-C5F0-60656BDC2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222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E4770018-208E-54B5-F168-C5E336BDF7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16F875D1-EFCE-2AAC-8F9E-ACD53B70AD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EAD58EFD-BB4D-743E-18E1-C03BB059C4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F4CFAC4F-901C-F6C4-9542-CD0B5741B4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0103B796-B57C-13B7-DE97-DC6237158A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152F0988-969B-ABE6-6CBF-1AF288C9B4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707DD80A-3BC5-8D22-6097-1C810382BD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89CBF7BF-9DFE-09E0-9531-29FEAA6486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DA240D92-ABF4-D60B-3E81-38CF44236E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BE944BF1-788D-F1E0-1BD8-EA0741E054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412693AE-38E1-4FCA-81FE-7FAE332628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3A9286B-A92E-4335-4BCF-7FF9FD7DDB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AA730FCC-92F6-90C0-A230-FEA58E4C7B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2628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D94AD785-7D27-9B35-709A-CFBDDF2C7D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CBE6F89-581D-E2A5-7AB9-05D22E36B8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438EF89A-D078-EA41-F3AA-FD8AD7551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7B88E159-3CD9-1CEB-CBE9-FDF417776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D8C4B0F2-643D-447B-79E3-14F269706D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2628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380498A4-8F03-CACF-5BF6-D06218B5BC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85433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6EA41CD1-8C6E-669D-D774-94C51D8AD2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77EC62A6-8706-B90D-768D-CEA6C6BC32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C798B56-040F-1CB6-EB5D-DDCDC331EA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88786E32-2B97-3A40-D626-43E82120EB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84938BAD-104C-1E04-3D58-420EAF4119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8543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917524A5-D3CA-002E-9A13-13F093CB73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244676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426C9E53-5941-A9CF-CEB0-53CF9368F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D4165CA-241A-8C60-96AC-A3E66A6B08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F13BEC66-71CE-C7A2-7E71-690619A718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794198E8-784B-A149-81E7-8654D0CD00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7BBCCE23-65A6-B133-ACEC-6002A474F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2446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D00DC168-3FFD-0426-7F6E-76662ACF51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20D91D00-137B-A22F-D825-D4C81CAC46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B0F68F7-D3C7-D6BB-8C41-1622031676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C5F1D595-82FA-B2F3-5B51-3156AF5F11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2694FCFA-EAD8-253B-717D-CE7B2A7A48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134747E-3410-AB52-F311-620F02B9F2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54C24A40-EB0B-FA17-A6B6-C9304A8E5B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26808CF2-C19A-C59E-0B09-B8F32FDC61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7B05E47-6C8B-5375-D9F2-3F15E52168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0FF1BF67-CCAD-B398-D50A-4ACB3058D2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D24A5CA3-8A11-1C72-950F-55732E3EC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9A317072-88C4-6FA7-D39B-EA1B8684E9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63074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B2BA083F-2692-7958-723C-6699F161C3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3CA14211-3541-5070-70E4-AA32C1F99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584C8139-874A-05C8-D9FD-1C83DA9508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54B3AC23-B43F-7D61-CCA8-E51D984A01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57FEA5F1-D4D8-2553-978E-AA87AF4AD5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350A9F7-F7B0-10AF-00F6-625D090E09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4222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1531A686-24BC-CAA0-26FA-68A71FE450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81374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8DABECEA-8D47-8045-18B1-0F5E12FDDE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9D74F557-16AD-5C23-3A0E-6095D74073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155ADC63-3442-5AC1-127E-6A9A24A320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782A1750-DD96-CE64-80DF-84C259C046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57925B90-B00F-EBF2-B5E3-196CAE7421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46D9A831-F9B6-2F42-9839-E8F2A9C597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34913A13-2C9B-4738-573E-F3D2CC702F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4062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331F79-529A-7352-91A5-178CC7845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6221BEA5-CF82-98D0-DE1C-FF2F3A8ED1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91E6BECA-9826-A1F0-5DF0-1D52C0B00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2BB2307-985B-D046-7A8C-97AD180E11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B2E55116-A223-99A3-1A50-C07876EF2B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4530337B-E831-49B0-CEF4-2AC130A44D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A91CFB35-C028-BF2B-2089-5227001356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9977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A9DB45EE-F995-2DD3-C6AA-8A41C7156A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A4897DD-94F3-5F03-5D6D-B3EE89529B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4FFB5479-2D54-F4DE-FDB2-C5C5851E16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0250EF5-FF6E-6C73-14E9-268083BE83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677D6A09-3A2A-0B8F-11EE-A5B2F9E392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6C63F630-A16C-97EA-661A-E2344A420C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A1E12A49-0C4B-56D6-0130-294A11B502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7" y="365901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041F3C87-C0EC-A481-4A28-72B871BA5A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2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2FE28713-C837-14F9-B635-3B0AE650F3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2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3B9FAD8D-A47C-69A6-77A7-0A35420573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62941448-396A-0693-B329-DC5DD3D0B3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158A84A4-5727-6DB5-B372-F24EAC3C9F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8C18C6EF-36D9-AD6E-D54A-4FD7F931EB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78DEBD99-125F-95E0-8F6D-82D9E8077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9" y="371816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DCA05D06-72FF-481F-DE83-A352CCC083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10ACA8CD-C3E3-363F-5189-0B3326CF8F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4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D31D806B-488B-265C-852F-BE4C6B96E2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1CDC0B24-0D63-FB1A-7F93-6303B13E2D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8FC509F-4D5F-8421-E133-91F5E3660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2026A56B-8726-6CF4-B7C7-02F7DE29E4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5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BD11A480-C669-FB06-ED4B-D5A1C4AD38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40" y="377741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E0EBDD57-DCCF-0AD0-210C-D94CCB6B11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5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E045EA76-0A69-4E76-DFDB-150EA5E2E0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6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0E1062F-5333-012A-F386-8B318D9D7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83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2BAC25D2-2311-47F5-219C-6012FF07DB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35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F82F5469-0453-4441-FF60-677A6AF71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82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584A02E0-96FD-A54C-D42C-399C0CC762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31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D2C5B829-3AB6-1F0D-86D7-1571479A4B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481374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17A97D85-D7D9-2255-D1B0-65DBFAF94C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B2CEFACA-D68C-A926-51BC-A9078C09B7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55A54ABC-13A7-61EE-6B02-23390A26A6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42F5EF0B-A408-1B8B-7E4A-3ED431AA50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1ECCCA70-9986-D2AB-78C0-A14C7D64B2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48137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E9308A52-4FD9-E38B-0094-61C0C415D3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4062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40ED85B0-2581-76B9-EEB0-0C551CBBE6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4062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BAA4CE32-EC19-C1E3-39D8-435FF2DCE5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406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138F1C69-08B4-A9B0-271F-F3E4E302DE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4062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F2FD6E0-0154-EF0B-E324-4F349BA5B9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406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04EA61C6-299F-3739-7960-E71C77E123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40631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1E507C2D-453F-D7E9-6C84-3EA1E87817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997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A8004DC2-FF6A-E184-902D-A10FD5E914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21F71A2D-4C90-3E72-884A-2BC206B68D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FA195343-5D6F-329D-E767-C731CBFBE2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E5974778-9CD4-BC64-592E-AD5DDDBEEB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997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545D9849-DB84-A7FC-028D-D69BEED1B0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9978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08DA44B0-2F60-84B6-A684-22E95E7B6E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65902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863B64A1-7F47-3CC5-9E1C-081E5CE634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2DD723C8-170E-9609-3084-0029CB0B2C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70A5F2ED-A7FC-DC87-92E4-00CE37A446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D4DB0E08-6392-9C6D-37BE-E424EFCC5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3611BC6B-94B7-477E-12CF-8F7DDF629A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450E8733-EA0E-1D7F-9200-E6E72A5A9D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71817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BD29EC9-7484-3EF3-92C2-25A8705641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A8DEE814-3923-3370-5A33-D5C2FE972A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7DD3476B-3FB7-5EB0-8263-E283CE963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CD5C2C9B-CF90-43F8-5372-B4ED82C16F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71817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94D58CE7-0028-B98C-E236-8A298E253E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71817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0283A54F-5700-E8D5-27EA-6F4EFE064E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2" y="377741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9B4A927A-8189-B03F-9FB1-385FE1553C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2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9A696D9-6FCC-F4DC-ED80-5E8312BA43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8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D25FB556-1973-30B2-B640-B09892CB57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4" y="3777383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591C236F-5D3A-421B-DD9F-4CAF284BA3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7" y="37774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60A01DC2-9F26-4DB0-B685-6C808C6854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pSp>
        <p:nvGrpSpPr>
          <p:cNvPr id="191" name="Graphic 4">
            <a:extLst>
              <a:ext uri="{FF2B5EF4-FFF2-40B4-BE49-F238E27FC236}">
                <a16:creationId xmlns:a16="http://schemas.microsoft.com/office/drawing/2014/main" id="{4C6FB6D7-875A-E5B0-9EC1-1304318590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0915" y="4748271"/>
            <a:ext cx="1330536" cy="1330521"/>
            <a:chOff x="5734037" y="3067039"/>
            <a:chExt cx="724483" cy="724489"/>
          </a:xfrm>
          <a:solidFill>
            <a:schemeClr val="bg1">
              <a:alpha val="60000"/>
            </a:schemeClr>
          </a:solidFill>
        </p:grpSpPr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FFCEEB1B-6770-FDB8-089C-10964CFA2A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067039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4FB4A8B0-13C4-89AD-49B3-65F23F77A3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8AFF921A-B9BE-FB8D-D7B3-D5D9B4BCE8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2BD2CDA6-8CF5-DED6-918D-914536E911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AA835AC5-228A-31B4-CFB5-BFE82FDA47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21343BF0-1787-8757-5659-8A97B0CB80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D47F00FA-B316-0985-25EE-9C1947E108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AAC3A38-6975-F089-5091-4BF47E2BC5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2628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4FDF9883-C124-91E9-6E8F-CD0C960DEF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2628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1AACAC1A-CE5E-C410-A99A-1F96DEBB54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A21710E4-5345-93E5-3541-FA361F717C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1F4C7425-B3F0-1319-7786-952298FDF6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2B2B5FB7-6B38-6BA0-583B-AC7C5C1EA9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12628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8BF6A65B-8E3D-12B7-E099-E5D3666F2D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2628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2FF0CD19-A4CC-A552-89AE-E49670D76A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18543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45F7F62C-CFDB-24DA-583C-3FFF1EAC2A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9487B2F6-B844-38D7-836C-653F93558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D0BEF720-74B5-F15B-8AC9-2E6FB94350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A3191F07-2566-425F-3378-17CDFBCAF7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65325179-5D88-E699-4ACE-236BF82160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18543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05E196E2-231B-1491-65E7-882C4BC904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18543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76C55B91-43EE-A6D9-FD33-848CC85E2E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24467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23D23D87-712B-7E9F-A062-3AC71937A5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244677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704E3250-60B7-ACA7-4C16-33959403B3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A0680216-7060-2767-3FFC-4E143795F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B0AE6253-61E2-7290-8389-6CB253D700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91C54008-8F8D-841B-5347-08521F5C1F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2446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33B7C4AB-3CCF-1E87-9C1F-15CEF3A869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24467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51D75BDD-0461-BBCD-286B-416DEBFD00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03829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FDC14AD2-F08C-5A64-1F6D-BFCC58BE90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F6760A2F-1E4C-ECFA-317A-7B0361783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C4079B0B-E301-C89F-CCCD-771E11DDA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729609B0-43F0-857B-D5E6-BB39DB09D0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7D7613-BDCC-91F3-1F63-7148ED4DF7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8DE01A9-8024-2253-AF5E-8C15ADFA32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67069ECA-1128-92D8-3793-5933408B2C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363074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0D7F7E82-C41B-58D3-1362-C14613B773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35FA1C61-63B1-0622-4CDD-710E21A9F4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BD2A7407-7E41-35CF-411D-14B74C20F5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702AE74E-FA94-B1A6-5594-0104C6443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172E10DA-2A6C-6F3B-A8E3-70904CCD43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363074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43106622-A657-6A1C-837A-47D59408AD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6A2A1D50-5EAA-E653-A3AF-3B5496073A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222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AE5FC4C5-A028-9B82-EEE5-21DA86227C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8713A422-A86F-DED1-09C6-4E8AC7DEA4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ADC3D309-ECD1-3A64-9174-14BB879A7B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27B05127-B85F-8D57-B851-38EC87B661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1C51AEB5-5A4D-4508-166E-0B5449EA20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A1490250-A5B5-F1EA-CB35-D08EB2E5CC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7BC959D5-208C-35D4-590B-9F80DD823C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067039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EE195E82-4971-0CC5-AD0E-40D94E5AB0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6B69EBAC-45DD-7249-8AB2-0D71610B38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3DDDB370-739A-7211-4CFA-D3DD204234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B60DE0E6-5877-84C7-C0CC-309FA412CD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9DCC4A4E-2892-1047-254C-E24D23F66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06703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8EFD8F74-F2D1-8391-21D4-4C96EE9525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2628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7878DEF6-A950-E482-1313-253F47AA8D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6E280090-7478-A7A4-F2B6-6F65128BBA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1D5F7759-2D63-8E1A-F1F0-2DE81E56E5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0D1B9571-6E42-F3BD-D4EB-BFB4969A87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2628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CD29DAA1-E147-FD00-9F4E-E2EB41B6B8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2628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614C8BBA-C693-9EDC-D3DD-F3E9DC11D0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185433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0FEE157B-6138-F73C-F6BA-500F79C187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64F90433-A5E1-8150-0DFC-1816E37CF2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04C30E86-178E-9FA8-61DD-029ACD79EF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CE59D2B3-1E2B-98C1-1851-B199257D22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1854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1B46292E-1DD1-6736-26DB-313329385B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18543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2B242738-869B-37F0-0949-D00EE3710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244676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001F7234-0CD0-8A98-72B0-21C4A9842E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F6DCC2EB-7F28-B669-69C6-F452DD8841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355BF33F-DA21-73F4-0875-38B519CFA0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F674586-5B5F-261C-F4D0-3830FB4EEB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244676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8BC03E00-C591-AD37-C191-2E13E81845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2446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A69C1E37-6B33-88D6-00FA-C1ED44767A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0382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7DB6B535-69B5-B9EB-A38F-7FA9C4A8E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96812C7D-2C4B-4C03-69A2-38BDD97659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7E1C43A2-4169-8F94-DDA3-646C5F6BF1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6CBAC1A3-01FC-3AC6-6A09-734F3503B8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27DA369-D520-26B6-31E4-FCC636EFB0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0382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B49DB4CF-7E90-4AE6-213E-94C879C1B3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36307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D13A99DE-0E0C-1DE3-FF78-1BEFB323F2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8AD2BA7C-4723-4885-93C5-232BA10332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30DDB1AA-9C28-09E2-4562-2971CB6530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0EBB37AF-2924-5D24-AB75-F84D875BDC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36307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11B037CB-8F38-3D88-CBF2-93E210AF29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363074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324E6A09-F552-9810-4BB4-5E3265EFD7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69" y="34222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B1EACB29-9F62-2780-483E-E3F6A66557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A91146ED-93FB-F675-432E-CA6282EF09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5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F07DE67-51C4-50DA-2C73-52060FB67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14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C95D3B82-A7B8-FE7C-97A1-99497B6D9D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0" y="34222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22E80D6-B4D1-5973-63E2-5BA03D1742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0" y="34222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9E1AFFC-B11B-C13B-25B5-F9988145D4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481374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B365FD6D-ECE4-4EB0-D81A-32F69350EA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6BB702D2-3479-23AF-7FCD-0C22EF7DAA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635FCDF8-5A1B-F8F9-85A4-5D2461B04B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380F5F04-4FB1-BF8E-43F1-493EC50455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680621CD-B743-8689-0CBB-FEDD5C409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48137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B1B3CE92-3976-D33A-10EE-E115776D02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4FA808A9-0DA4-926C-E4E7-43226FAA31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4062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5BE0FC98-F288-9170-EFDB-2B0619DCE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5C62BDC3-58C0-EC76-24E4-52FAC28236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6F7B80BA-9329-CCAF-CACC-D02CF01049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6D1BACE0-9870-DA23-7EA2-B412CF1A33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5E77D865-0546-4632-D02D-375378214A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540620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4A89A82-1FA2-A050-8558-819CA0CE47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4062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E7ED9349-7DF8-ABC4-0338-468B9A865F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8" y="359977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E3291132-7FC1-0DBF-F27C-3988F4F34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4863CD49-FF5E-7CEE-9B8F-F12C6A7EF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3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97190982-2F3D-A15B-EF7C-1F8A900FEC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DBB637CB-8FD2-6DA0-F662-5EF22E861B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645FDE49-18F7-0A6B-62A3-96E1FF0597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59977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BCF70B9E-7654-25F8-219C-CB6BDA03D9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59977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38269541-2A7B-B99C-DFC2-929DC72D0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7" y="3659014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65B97834-505F-1782-6204-224A9C04B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2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8BA614F-55BC-4ACD-C7F3-054C2FC33E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2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E2458748-6827-4329-BD20-D991E9DB11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A1ED1B76-B5C2-3322-679D-C1C17C58CD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8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F0F5DE81-1257-4A4E-CC70-994FC3D85D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3" y="3659014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83748992-514E-35BE-5EA5-9068494E86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4" y="365901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2A7BCE09-872D-82A4-32DD-E5265723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39" y="371816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C09F1155-FA82-7D37-9444-BE707D12E0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E3F71DE9-41EF-9F3A-1B0B-81E18B4C0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4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268AFA80-9411-CBCA-E7B0-D584A120E2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7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15EB1FBA-E545-7058-B0D8-898AB39A9E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29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E682860F-E863-779F-B8FB-5BEC298491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74" y="371816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8C84545E-4815-7D19-2DD5-42438C699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25" y="371816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69B617D4-759C-C63F-0C9D-52197CB665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40" y="3777410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EF3C69C8-27F2-CC6F-8A13-B7A986E212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85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6E33F7CD-4333-6812-1C22-C65C218A6E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36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B46695C2-872F-A065-3F77-85A12E5857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83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4C8300F9-6CF4-6707-B0B8-DC1D4BD2D1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35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F8C10C6D-A2D1-BAA9-E4B3-6531575772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82" y="377741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00F0F1B5-5A51-AEDC-08DF-A1C0FD767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31" y="377740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5794FFAC-4F14-9D85-168C-2E40A6BD16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481374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B244D021-50E1-145B-0B67-FB7A90EE74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3602951-5CC5-65F4-5632-A4874FC102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1441308-B8CE-8A5C-B8BB-61B7100D61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50FB3972-D492-2B1A-4CF2-2C64A6EDDB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481374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71836C81-96D2-A5BF-1983-53AAB599C4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481373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C94231A4-0A94-A78D-0ED4-80F4D62E7F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4062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F81E176A-FDCD-87F2-4637-CFA611FF1C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4062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41DA174A-FBE6-983B-E3AC-3975E93B6D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406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8E463A59-0548-22C8-7EC6-3287F95638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4062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4A764E55-420B-22D7-91CB-25E88B0309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406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5F13DB4-F148-DAD9-F4E8-E1F3691EDE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40631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456AD206-9B62-38FB-018D-6A24522E6E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5997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27DE2F48-E11E-5617-1D3F-B9ACA27C0C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4853F012-B821-749F-74AD-557851BB1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0324CC01-1F8D-54FB-E433-1968BDCADA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5997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1A20027A-B2E7-C27A-6D19-0C2A6C4608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5997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E06DD980-A237-A6E4-956E-5D10A38239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59978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094DF9E-6A1C-9273-A906-7DA6E74471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65902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829F7267-9381-5748-A656-54D5EBB319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CDA6158A-7A15-C166-9761-9342B07161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5E840D23-B905-CB8B-2647-88F6F1A27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17916C20-BE5E-F1F9-8561-CD1AAAC48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B2B78CAA-2D25-6002-B3BE-B842292890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65902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5AAEECD5-D84A-E221-55C4-9DC9F5D941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6" y="371817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BFF73EC2-81E6-4BF5-7B0C-0F443BA862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7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D6EF807F-648D-815E-26ED-0C9357E328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7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73946441-EA00-51DD-41E5-6172709488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2" y="371817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57F259D6-26A8-AB7A-1FE5-DE5F4DA691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68" y="3718172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02A3D8FF-429E-2E05-1332-B759AC6791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17" y="371817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608EFB15-8E08-224A-38B7-840D39E49D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72" y="377741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A791222-7733-FE11-F29A-1B70E35323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22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33D7C9D9-EE09-F3F4-7E43-B636F22A0C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68" y="377741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CB629A2A-F39F-333A-493C-90F4435E21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24" y="3777383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E205D37F-1798-5FD7-A11F-91C1671BA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7" y="37774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3EB21210-46EB-F65C-501F-E3106FCFC6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10B332-CECE-F7BA-93E8-7CFBCF82F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5477" y="2681304"/>
            <a:ext cx="4974771" cy="17220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1">
                <a:solidFill>
                  <a:schemeClr val="bg1"/>
                </a:solidFill>
              </a:rPr>
              <a:t>H</a:t>
            </a:r>
            <a:r>
              <a:rPr lang="en-US" dirty="0" err="1">
                <a:solidFill>
                  <a:schemeClr val="bg1"/>
                </a:solidFill>
              </a:rPr>
              <a:t>andles</a:t>
            </a:r>
            <a:r>
              <a:rPr lang="en-US" dirty="0">
                <a:solidFill>
                  <a:schemeClr val="bg1"/>
                </a:solidFill>
              </a:rPr>
              <a:t> login, registration, admin panel, chip data retrieval and the contact form</a:t>
            </a:r>
          </a:p>
          <a:p>
            <a:endParaRPr lang="en-US" noProof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50840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9FF581-5DB6-236E-9967-C09B8CDA87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655" y="0"/>
            <a:ext cx="98629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122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E27B19-58CD-88E6-05E2-9B22C85A58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017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185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364F08-87B2-3B0B-BC76-B8C08AAC3D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71" r="1" b="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4822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C62FE3-7EF7-BB89-340D-EE5637BCDE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523" y="0"/>
            <a:ext cx="87689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914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82EADE-5126-6334-FD11-FBB50B650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669925"/>
            <a:ext cx="4800600" cy="132556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Key features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" y="2026340"/>
            <a:ext cx="60959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76C72-23C9-5F2C-D50E-1CEB911761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2288833"/>
            <a:ext cx="4800600" cy="3711571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User </a:t>
            </a:r>
            <a:r>
              <a:rPr lang="en-US" sz="20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authentification</a:t>
            </a:r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– through the use of </a:t>
            </a:r>
            <a:r>
              <a:rPr lang="en-US" sz="20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Login.php</a:t>
            </a:r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and </a:t>
            </a:r>
            <a:r>
              <a:rPr lang="en-US" sz="20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Register.php</a:t>
            </a:r>
            <a:endParaRPr lang="en-US" sz="2000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C0C85A-1B77-2B31-3FE7-5DBE981DE5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3" r="2311"/>
          <a:stretch>
            <a:fillRect/>
          </a:stretch>
        </p:blipFill>
        <p:spPr>
          <a:xfrm>
            <a:off x="7201947" y="369913"/>
            <a:ext cx="2475131" cy="2784532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C87417AF-190E-4D6E-AFA6-7D3E84B0B4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1603" y="182859"/>
            <a:ext cx="3996261" cy="3177496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1D4783-1E54-ED6C-E08D-279A86F559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85" r="7012" b="-1"/>
          <a:stretch>
            <a:fillRect/>
          </a:stretch>
        </p:blipFill>
        <p:spPr>
          <a:xfrm>
            <a:off x="8167942" y="3730267"/>
            <a:ext cx="3330077" cy="2784532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80B30ED8-273E-4C07-8568-2FE5CC5C48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5071" y="3543213"/>
            <a:ext cx="3996261" cy="3177496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77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2C4FE0-9E90-16E1-54A3-CCFE6DB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6D3D02EF-74B7-1193-FC79-CD5B2534F1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9AB2BE-BB91-DCE9-5DCB-E481F03CC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669925"/>
            <a:ext cx="4800600" cy="132556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Key features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CC3A1CF-C65D-B426-8B50-9F3A027365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" y="2026340"/>
            <a:ext cx="60959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A4B338-134B-D35E-FEB4-E62B03E57F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2288834"/>
            <a:ext cx="2593206" cy="1071522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lv-LV" sz="2000" dirty="0" err="1">
                <a:solidFill>
                  <a:schemeClr val="bg1"/>
                </a:solidFill>
              </a:rPr>
              <a:t>Admin</a:t>
            </a:r>
            <a:r>
              <a:rPr lang="lv-LV" sz="2000" dirty="0">
                <a:solidFill>
                  <a:schemeClr val="bg1"/>
                </a:solidFill>
              </a:rPr>
              <a:t> </a:t>
            </a:r>
            <a:r>
              <a:rPr lang="lv-LV" sz="2000" dirty="0" err="1">
                <a:solidFill>
                  <a:schemeClr val="bg1"/>
                </a:solidFill>
              </a:rPr>
              <a:t>panel</a:t>
            </a:r>
            <a:endParaRPr lang="en-US" sz="2000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5DB1B05-D958-275F-9474-D1515EBEE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1603" y="182859"/>
            <a:ext cx="3996261" cy="3177496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0C5713-5907-4283-809D-DBD6F9B1A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5071" y="3543213"/>
            <a:ext cx="3996261" cy="3177496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A67F51-97C9-F127-F4B4-051AB22CCE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14180" y="1378897"/>
            <a:ext cx="7378431" cy="4145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F2F39B1-1665-8F01-390F-C361B27FDDEC}"/>
                  </a:ext>
                </a:extLst>
              </p14:cNvPr>
              <p14:cNvContentPartPr/>
              <p14:nvPr/>
            </p14:nvContentPartPr>
            <p14:xfrm>
              <a:off x="6390985" y="172876"/>
              <a:ext cx="1695960" cy="795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EF2F39B1-1665-8F01-390F-C361B27FDDE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84865" y="166756"/>
                <a:ext cx="170820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4AA7D57B-891F-B438-80FD-588284423E2D}"/>
                  </a:ext>
                </a:extLst>
              </p14:cNvPr>
              <p14:cNvContentPartPr/>
              <p14:nvPr/>
            </p14:nvContentPartPr>
            <p14:xfrm>
              <a:off x="5514745" y="167116"/>
              <a:ext cx="5104080" cy="11242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4AA7D57B-891F-B438-80FD-588284423E2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451745" y="104116"/>
                <a:ext cx="5229720" cy="1249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0E3F5DEE-CC95-55E3-A299-A8FE1135227E}"/>
              </a:ext>
            </a:extLst>
          </p:cNvPr>
          <p:cNvGrpSpPr/>
          <p:nvPr/>
        </p:nvGrpSpPr>
        <p:grpSpPr>
          <a:xfrm>
            <a:off x="7748185" y="5582956"/>
            <a:ext cx="4140360" cy="1156680"/>
            <a:chOff x="7748185" y="5582956"/>
            <a:chExt cx="4140360" cy="115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60C6C90-1D63-EF86-98D2-BA4FA6895778}"/>
                    </a:ext>
                  </a:extLst>
                </p14:cNvPr>
                <p14:cNvContentPartPr/>
                <p14:nvPr/>
              </p14:nvContentPartPr>
              <p14:xfrm>
                <a:off x="7748185" y="5582956"/>
                <a:ext cx="4140360" cy="1156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60C6C90-1D63-EF86-98D2-BA4FA689577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685545" y="5519956"/>
                  <a:ext cx="4266000" cy="12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B40F13C-8F16-4FF3-4433-4F242810970C}"/>
                    </a:ext>
                  </a:extLst>
                </p14:cNvPr>
                <p14:cNvContentPartPr/>
                <p14:nvPr/>
              </p14:nvContentPartPr>
              <p14:xfrm>
                <a:off x="7824865" y="5728036"/>
                <a:ext cx="29880" cy="37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B40F13C-8F16-4FF3-4433-4F242810970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762225" y="5665396"/>
                  <a:ext cx="155520" cy="163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80353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AC59F5-305E-2B74-7614-2C65938F7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BB8983CE-B69E-6229-67E6-3F65D1B7A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9FFA2B-EAD4-8EDA-125D-45B8B1DC2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669925"/>
            <a:ext cx="4800600" cy="132556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Key features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1556E99-E971-C086-8720-D746CFE58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" y="2026340"/>
            <a:ext cx="60959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C2C6E1-7325-CFA7-42C9-15016EF42A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2288834"/>
            <a:ext cx="2593206" cy="1071522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lv-LV" sz="2000" dirty="0" err="1">
                <a:solidFill>
                  <a:schemeClr val="bg1"/>
                </a:solidFill>
              </a:rPr>
              <a:t>Admin</a:t>
            </a:r>
            <a:r>
              <a:rPr lang="lv-LV" sz="2000" dirty="0">
                <a:solidFill>
                  <a:schemeClr val="bg1"/>
                </a:solidFill>
              </a:rPr>
              <a:t> </a:t>
            </a:r>
            <a:r>
              <a:rPr lang="lv-LV" sz="2000" dirty="0" err="1">
                <a:solidFill>
                  <a:schemeClr val="bg1"/>
                </a:solidFill>
              </a:rPr>
              <a:t>panel</a:t>
            </a:r>
            <a:endParaRPr lang="en-US" sz="2000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EAD27F-66F8-9BC6-ACDE-590EDD255F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1603" y="182859"/>
            <a:ext cx="3996261" cy="3177496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AFDD4B2-35E3-BBBF-C7E8-5415FAC2B6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5071" y="3543213"/>
            <a:ext cx="3996261" cy="3177496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09CDFA7F-6823-1A72-8338-E02B74556060}"/>
                  </a:ext>
                </a:extLst>
              </p14:cNvPr>
              <p14:cNvContentPartPr/>
              <p14:nvPr/>
            </p14:nvContentPartPr>
            <p14:xfrm>
              <a:off x="6390985" y="172876"/>
              <a:ext cx="1695960" cy="795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09CDFA7F-6823-1A72-8338-E02B7455606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84865" y="166756"/>
                <a:ext cx="170820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43C4FD87-EA1A-434D-72FD-C9978CD8DB37}"/>
                  </a:ext>
                </a:extLst>
              </p14:cNvPr>
              <p14:cNvContentPartPr/>
              <p14:nvPr/>
            </p14:nvContentPartPr>
            <p14:xfrm>
              <a:off x="5514745" y="167116"/>
              <a:ext cx="5104080" cy="11242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43C4FD87-EA1A-434D-72FD-C9978CD8DB3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451749" y="104116"/>
                <a:ext cx="5229711" cy="1249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80061584-FD75-3A68-6666-A1B936226F15}"/>
              </a:ext>
            </a:extLst>
          </p:cNvPr>
          <p:cNvGrpSpPr/>
          <p:nvPr/>
        </p:nvGrpSpPr>
        <p:grpSpPr>
          <a:xfrm>
            <a:off x="7748185" y="5582956"/>
            <a:ext cx="4140360" cy="1156680"/>
            <a:chOff x="7748185" y="5582956"/>
            <a:chExt cx="4140360" cy="115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00F1BC0-879B-7758-6E00-1DA46487E67C}"/>
                    </a:ext>
                  </a:extLst>
                </p14:cNvPr>
                <p14:cNvContentPartPr/>
                <p14:nvPr/>
              </p14:nvContentPartPr>
              <p14:xfrm>
                <a:off x="7748185" y="5582956"/>
                <a:ext cx="4140360" cy="1156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00F1BC0-879B-7758-6E00-1DA46487E67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685185" y="5519956"/>
                  <a:ext cx="4266000" cy="12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A435F7D-3E16-AFB5-04DD-21A0C5A6BDD3}"/>
                    </a:ext>
                  </a:extLst>
                </p14:cNvPr>
                <p14:cNvContentPartPr/>
                <p14:nvPr/>
              </p14:nvContentPartPr>
              <p14:xfrm>
                <a:off x="7824865" y="5728036"/>
                <a:ext cx="29880" cy="37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A435F7D-3E16-AFB5-04DD-21A0C5A6BDD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761865" y="5665036"/>
                  <a:ext cx="155520" cy="16308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7170" name="Picture 2">
            <a:extLst>
              <a:ext uri="{FF2B5EF4-FFF2-40B4-BE49-F238E27FC236}">
                <a16:creationId xmlns:a16="http://schemas.microsoft.com/office/drawing/2014/main" id="{FCFCE3AB-6B45-18F1-2874-243EF70224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7674" y="1120173"/>
            <a:ext cx="7934325" cy="4991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473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1DB5F5-3E73-054A-8783-3CF7663E1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3" name="Rectangle 4102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C300AE-65CA-7A24-D71D-710394EB0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663" y="1422400"/>
            <a:ext cx="5367337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Key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93505-49E9-BF30-63CF-02BC6687D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663" y="3902075"/>
            <a:ext cx="5367337" cy="1655762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Database is setup through </a:t>
            </a:r>
            <a:r>
              <a:rPr lang="en-US" sz="20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database_setup.php</a:t>
            </a:r>
            <a:endParaRPr lang="en-US" sz="2000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105" name="Rectangle 4104">
            <a:extLst>
              <a:ext uri="{FF2B5EF4-FFF2-40B4-BE49-F238E27FC236}">
                <a16:creationId xmlns:a16="http://schemas.microsoft.com/office/drawing/2014/main" id="{1A89CBBC-7743-43D9-A324-25CB472E9B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34112" y="638849"/>
            <a:ext cx="5505449" cy="547564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D05EFD-8F81-8021-5175-CD384C6908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2698" y="3720659"/>
            <a:ext cx="2857899" cy="26673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3069B2-FCF5-44F1-8937-3D312407C4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750" y="136064"/>
            <a:ext cx="2819794" cy="344853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D81CDFF-3304-95E0-B37A-D97C9874BF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9182" y="847842"/>
            <a:ext cx="2734057" cy="5057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582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4A3073-0C33-1274-5677-23C39DDBA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41752"/>
            <a:ext cx="4391025" cy="1323439"/>
          </a:xfrm>
        </p:spPr>
        <p:txBody>
          <a:bodyPr anchor="t">
            <a:normAutofit/>
          </a:bodyPr>
          <a:lstStyle/>
          <a:p>
            <a:r>
              <a:rPr lang="en-US" sz="4000">
                <a:solidFill>
                  <a:schemeClr val="bg1"/>
                </a:solidFill>
              </a:rPr>
              <a:t>Security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0524E-7E87-FDE9-ADE9-0C6B4DE760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146400"/>
            <a:ext cx="4391025" cy="2454300"/>
          </a:xfrm>
        </p:spPr>
        <p:txBody>
          <a:bodyPr>
            <a:normAutofit/>
          </a:bodyPr>
          <a:lstStyle/>
          <a:p>
            <a:r>
              <a:rPr lang="en-US" sz="2400">
                <a:solidFill>
                  <a:schemeClr val="bg1">
                    <a:alpha val="80000"/>
                  </a:schemeClr>
                </a:solidFill>
              </a:rPr>
              <a:t>Session checking in check_session.php</a:t>
            </a:r>
            <a:endParaRPr lang="lv-LV" sz="2400">
              <a:solidFill>
                <a:schemeClr val="bg1">
                  <a:alpha val="80000"/>
                </a:schemeClr>
              </a:solidFill>
            </a:endParaRPr>
          </a:p>
          <a:p>
            <a:r>
              <a:rPr lang="en-US" sz="2400">
                <a:solidFill>
                  <a:schemeClr val="bg1">
                    <a:alpha val="80000"/>
                  </a:schemeClr>
                </a:solidFill>
              </a:rPr>
              <a:t>Login/Logout logic</a:t>
            </a:r>
            <a:endParaRPr lang="lv-LV" sz="2400">
              <a:solidFill>
                <a:schemeClr val="bg1">
                  <a:alpha val="80000"/>
                </a:schemeClr>
              </a:solidFill>
            </a:endParaRPr>
          </a:p>
          <a:p>
            <a:r>
              <a:rPr lang="lv-LV" sz="2400">
                <a:solidFill>
                  <a:schemeClr val="bg1">
                    <a:alpha val="80000"/>
                  </a:schemeClr>
                </a:solidFill>
              </a:rPr>
              <a:t>Input validation</a:t>
            </a:r>
            <a:endParaRPr lang="en-US" sz="2400">
              <a:solidFill>
                <a:schemeClr val="bg1">
                  <a:alpha val="80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3E6756-6C22-12B8-3C9C-DFEBFED10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2692680"/>
            <a:ext cx="5260976" cy="1433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47398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7CC403-AE23-61D9-8DF3-889F01F1B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2368" y="694268"/>
            <a:ext cx="3553510" cy="5477932"/>
          </a:xfrm>
        </p:spPr>
        <p:txBody>
          <a:bodyPr>
            <a:normAutofit/>
          </a:bodyPr>
          <a:lstStyle/>
          <a:p>
            <a:pPr algn="ctr"/>
            <a:r>
              <a:rPr lang="lv-LV">
                <a:solidFill>
                  <a:schemeClr val="bg1"/>
                </a:solidFill>
              </a:rPr>
              <a:t>Potential improvements</a:t>
            </a:r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32" name="Graphic 38">
            <a:extLst>
              <a:ext uri="{FF2B5EF4-FFF2-40B4-BE49-F238E27FC236}">
                <a16:creationId xmlns:a16="http://schemas.microsoft.com/office/drawing/2014/main" id="{1E8369D0-2C3B-4E27-AC6C-A246AC28CD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3D5586F-4573-4C57-9793-1EBFDC8963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11">
              <a:extLst>
                <a:ext uri="{FF2B5EF4-FFF2-40B4-BE49-F238E27FC236}">
                  <a16:creationId xmlns:a16="http://schemas.microsoft.com/office/drawing/2014/main" id="{5EED35EF-93A0-4921-941C-ECC67AE2A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34" name="Graphic 4">
            <a:extLst>
              <a:ext uri="{FF2B5EF4-FFF2-40B4-BE49-F238E27FC236}">
                <a16:creationId xmlns:a16="http://schemas.microsoft.com/office/drawing/2014/main" id="{C6F74901-2A71-43C3-837C-27CCD6B6D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737426" y="2203010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35" name="Freeform: Shape 14">
              <a:extLst>
                <a:ext uri="{FF2B5EF4-FFF2-40B4-BE49-F238E27FC236}">
                  <a16:creationId xmlns:a16="http://schemas.microsoft.com/office/drawing/2014/main" id="{A92DF49A-063A-4F60-BE30-D268264925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15">
              <a:extLst>
                <a:ext uri="{FF2B5EF4-FFF2-40B4-BE49-F238E27FC236}">
                  <a16:creationId xmlns:a16="http://schemas.microsoft.com/office/drawing/2014/main" id="{70DCBBE0-7DEE-43ED-BEE3-ABB179CFC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39FE8DF-D1B2-4074-9BDF-C458EA0123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17">
              <a:extLst>
                <a:ext uri="{FF2B5EF4-FFF2-40B4-BE49-F238E27FC236}">
                  <a16:creationId xmlns:a16="http://schemas.microsoft.com/office/drawing/2014/main" id="{61C143B5-6E24-417D-A035-65747A8E9D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331ED8C-8819-4FFB-BF3C-FDA6A90D4B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: Shape 19">
              <a:extLst>
                <a:ext uri="{FF2B5EF4-FFF2-40B4-BE49-F238E27FC236}">
                  <a16:creationId xmlns:a16="http://schemas.microsoft.com/office/drawing/2014/main" id="{2A39574D-5ECC-4A94-9CB6-646D90DA5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A73D6F7-977D-4026-8F68-CA63C162C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: Shape 21">
              <a:extLst>
                <a:ext uri="{FF2B5EF4-FFF2-40B4-BE49-F238E27FC236}">
                  <a16:creationId xmlns:a16="http://schemas.microsoft.com/office/drawing/2014/main" id="{56348370-4FD9-4A99-BB05-944D5B0B0E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: Shape 22">
              <a:extLst>
                <a:ext uri="{FF2B5EF4-FFF2-40B4-BE49-F238E27FC236}">
                  <a16:creationId xmlns:a16="http://schemas.microsoft.com/office/drawing/2014/main" id="{D1146D46-43DB-4487-A191-0970511C3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23">
              <a:extLst>
                <a:ext uri="{FF2B5EF4-FFF2-40B4-BE49-F238E27FC236}">
                  <a16:creationId xmlns:a16="http://schemas.microsoft.com/office/drawing/2014/main" id="{517B7142-9D64-4D34-B23C-9471326AD6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24">
              <a:extLst>
                <a:ext uri="{FF2B5EF4-FFF2-40B4-BE49-F238E27FC236}">
                  <a16:creationId xmlns:a16="http://schemas.microsoft.com/office/drawing/2014/main" id="{E8EB71CD-AB26-440E-A0D5-E1081DB5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: Shape 25">
              <a:extLst>
                <a:ext uri="{FF2B5EF4-FFF2-40B4-BE49-F238E27FC236}">
                  <a16:creationId xmlns:a16="http://schemas.microsoft.com/office/drawing/2014/main" id="{34423BD2-7458-4680-AF49-5013C9D30E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26">
              <a:extLst>
                <a:ext uri="{FF2B5EF4-FFF2-40B4-BE49-F238E27FC236}">
                  <a16:creationId xmlns:a16="http://schemas.microsoft.com/office/drawing/2014/main" id="{25547DC8-8B87-4446-9CC9-65AF04A5FE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9" name="Oval 28">
            <a:extLst>
              <a:ext uri="{FF2B5EF4-FFF2-40B4-BE49-F238E27FC236}">
                <a16:creationId xmlns:a16="http://schemas.microsoft.com/office/drawing/2014/main" id="{EC11F68A-CC71-4196-BBF3-20CDCD75D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9502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85F9950-F10E-4E64-962B-F70345789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9502" y="4752208"/>
            <a:ext cx="365021" cy="365021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B4C0E-369F-74E1-5E98-B2576E43CB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78890" y="2502449"/>
            <a:ext cx="5217173" cy="1853102"/>
          </a:xfrm>
        </p:spPr>
        <p:txBody>
          <a:bodyPr>
            <a:normAutofit/>
          </a:bodyPr>
          <a:lstStyle/>
          <a:p>
            <a:r>
              <a:rPr lang="lv-LV" dirty="0" err="1">
                <a:solidFill>
                  <a:schemeClr val="bg1"/>
                </a:solidFill>
              </a:rPr>
              <a:t>Improve</a:t>
            </a:r>
            <a:r>
              <a:rPr lang="lv-LV" dirty="0">
                <a:solidFill>
                  <a:schemeClr val="bg1"/>
                </a:solidFill>
              </a:rPr>
              <a:t> </a:t>
            </a:r>
            <a:r>
              <a:rPr lang="lv-LV" dirty="0" err="1">
                <a:solidFill>
                  <a:schemeClr val="bg1"/>
                </a:solidFill>
              </a:rPr>
              <a:t>tuner</a:t>
            </a:r>
            <a:r>
              <a:rPr lang="lv-LV" dirty="0">
                <a:solidFill>
                  <a:schemeClr val="bg1"/>
                </a:solidFill>
              </a:rPr>
              <a:t> </a:t>
            </a:r>
            <a:r>
              <a:rPr lang="lv-LV" dirty="0" err="1">
                <a:solidFill>
                  <a:schemeClr val="bg1"/>
                </a:solidFill>
              </a:rPr>
              <a:t>with</a:t>
            </a:r>
            <a:r>
              <a:rPr lang="lv-LV" dirty="0">
                <a:solidFill>
                  <a:schemeClr val="bg1"/>
                </a:solidFill>
              </a:rPr>
              <a:t> </a:t>
            </a:r>
            <a:r>
              <a:rPr lang="lv-LV" dirty="0" err="1">
                <a:solidFill>
                  <a:schemeClr val="bg1"/>
                </a:solidFill>
              </a:rPr>
              <a:t>more</a:t>
            </a:r>
            <a:r>
              <a:rPr lang="lv-LV" dirty="0">
                <a:solidFill>
                  <a:schemeClr val="bg1"/>
                </a:solidFill>
              </a:rPr>
              <a:t> </a:t>
            </a:r>
            <a:r>
              <a:rPr lang="lv-LV" dirty="0" err="1">
                <a:solidFill>
                  <a:schemeClr val="bg1"/>
                </a:solidFill>
              </a:rPr>
              <a:t>accuracy</a:t>
            </a:r>
            <a:endParaRPr lang="lv-LV" dirty="0">
              <a:solidFill>
                <a:schemeClr val="bg1"/>
              </a:solidFill>
            </a:endParaRPr>
          </a:p>
          <a:p>
            <a:r>
              <a:rPr lang="lv-LV" dirty="0" err="1">
                <a:solidFill>
                  <a:schemeClr val="bg1"/>
                </a:solidFill>
              </a:rPr>
              <a:t>Add</a:t>
            </a:r>
            <a:r>
              <a:rPr lang="lv-LV" dirty="0">
                <a:solidFill>
                  <a:schemeClr val="bg1"/>
                </a:solidFill>
              </a:rPr>
              <a:t> a </a:t>
            </a:r>
            <a:r>
              <a:rPr lang="lv-LV" dirty="0" err="1">
                <a:solidFill>
                  <a:schemeClr val="bg1"/>
                </a:solidFill>
              </a:rPr>
              <a:t>database</a:t>
            </a:r>
            <a:r>
              <a:rPr lang="lv-LV" dirty="0">
                <a:solidFill>
                  <a:schemeClr val="bg1"/>
                </a:solidFill>
              </a:rPr>
              <a:t> </a:t>
            </a:r>
            <a:r>
              <a:rPr lang="lv-LV" dirty="0" err="1">
                <a:solidFill>
                  <a:schemeClr val="bg1"/>
                </a:solidFill>
              </a:rPr>
              <a:t>with</a:t>
            </a:r>
            <a:r>
              <a:rPr lang="lv-LV" dirty="0">
                <a:solidFill>
                  <a:schemeClr val="bg1"/>
                </a:solidFill>
              </a:rPr>
              <a:t> </a:t>
            </a:r>
            <a:r>
              <a:rPr lang="lv-LV" dirty="0" err="1">
                <a:solidFill>
                  <a:schemeClr val="bg1"/>
                </a:solidFill>
              </a:rPr>
              <a:t>more</a:t>
            </a:r>
            <a:r>
              <a:rPr lang="lv-LV" dirty="0">
                <a:solidFill>
                  <a:schemeClr val="bg1"/>
                </a:solidFill>
              </a:rPr>
              <a:t> </a:t>
            </a:r>
            <a:r>
              <a:rPr lang="lv-LV" dirty="0" err="1">
                <a:solidFill>
                  <a:schemeClr val="bg1"/>
                </a:solidFill>
              </a:rPr>
              <a:t>data</a:t>
            </a:r>
            <a:r>
              <a:rPr lang="lv-LV" dirty="0">
                <a:solidFill>
                  <a:schemeClr val="bg1"/>
                </a:solidFill>
              </a:rPr>
              <a:t> (</a:t>
            </a:r>
            <a:r>
              <a:rPr lang="lv-LV" dirty="0" err="1">
                <a:solidFill>
                  <a:schemeClr val="bg1"/>
                </a:solidFill>
              </a:rPr>
              <a:t>more</a:t>
            </a:r>
            <a:r>
              <a:rPr lang="lv-LV" dirty="0">
                <a:solidFill>
                  <a:schemeClr val="bg1"/>
                </a:solidFill>
              </a:rPr>
              <a:t> cars </a:t>
            </a:r>
            <a:r>
              <a:rPr lang="lv-LV" dirty="0" err="1">
                <a:solidFill>
                  <a:schemeClr val="bg1"/>
                </a:solidFill>
              </a:rPr>
              <a:t>etc</a:t>
            </a:r>
            <a:r>
              <a:rPr lang="lv-LV" dirty="0">
                <a:solidFill>
                  <a:schemeClr val="bg1"/>
                </a:solidFill>
              </a:rPr>
              <a:t>)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72623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E0A5C5C-2A95-428E-9F6A-0D29EBD57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88395" y="1040837"/>
            <a:ext cx="4754948" cy="4754948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056F38F-7C4E-461D-8709-7D0024AE1F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9411" y="1029607"/>
            <a:ext cx="4754948" cy="4754948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7278469-3C3C-49CE-AEEE-E176A4900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9960" y="934855"/>
            <a:ext cx="4754948" cy="4754948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44D1F7-EF82-BBAF-FB77-E0275F50B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2368" y="1877492"/>
            <a:ext cx="4030132" cy="3215373"/>
          </a:xfrm>
        </p:spPr>
        <p:txBody>
          <a:bodyPr>
            <a:normAutofit/>
          </a:bodyPr>
          <a:lstStyle/>
          <a:p>
            <a:pPr algn="ctr"/>
            <a:r>
              <a:rPr lang="lv-LV">
                <a:solidFill>
                  <a:schemeClr val="bg1"/>
                </a:solidFill>
              </a:rPr>
              <a:t>Conclusion</a:t>
            </a:r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DC754C-7E09-422D-A8BB-AF632E90DF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77893"/>
            <a:ext cx="1861854" cy="717514"/>
            <a:chOff x="0" y="377893"/>
            <a:chExt cx="1861854" cy="717514"/>
          </a:xfrm>
          <a:solidFill>
            <a:schemeClr val="bg1"/>
          </a:solidFill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5A741B9-65EC-4C5B-9FE0-4A1857577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3778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0BB4301-41FA-4453-956F-A11CC664B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1762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0" name="Graphic 212">
            <a:extLst>
              <a:ext uri="{FF2B5EF4-FFF2-40B4-BE49-F238E27FC236}">
                <a16:creationId xmlns:a16="http://schemas.microsoft.com/office/drawing/2014/main" id="{4C6598AB-1C17-4D54-951C-A082D94AC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2" name="Graphic 212">
            <a:extLst>
              <a:ext uri="{FF2B5EF4-FFF2-40B4-BE49-F238E27FC236}">
                <a16:creationId xmlns:a16="http://schemas.microsoft.com/office/drawing/2014/main" id="{C83B66D7-137D-4AC1-B172-53D60F08BE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8524" y="457812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6B92503-6984-4D15-8B98-8718709B78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8DDF938-524E-4C18-A47D-C00627832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2976" y="4946663"/>
            <a:ext cx="319941" cy="319941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05E02-9A03-BF3C-CD98-A6F97A978D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868" y="1130846"/>
            <a:ext cx="521717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>
                <a:solidFill>
                  <a:schemeClr val="bg1"/>
                </a:solidFill>
              </a:rPr>
              <a:t>All in all, the ProTune Chiptuning Website project was a success.</a:t>
            </a:r>
            <a:endParaRPr lang="lv-LV" sz="200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000">
                <a:solidFill>
                  <a:schemeClr val="bg1"/>
                </a:solidFill>
              </a:rPr>
              <a:t>The primary objectives were met, including:</a:t>
            </a:r>
            <a:endParaRPr lang="lv-LV" sz="2000">
              <a:solidFill>
                <a:schemeClr val="bg1"/>
              </a:solidFill>
            </a:endParaRPr>
          </a:p>
          <a:p>
            <a:r>
              <a:rPr lang="en-US" sz="2000">
                <a:solidFill>
                  <a:schemeClr val="bg1"/>
                </a:solidFill>
              </a:rPr>
              <a:t> Designing and developing a responsive, user-friendly website</a:t>
            </a:r>
            <a:endParaRPr lang="lv-LV" sz="2000">
              <a:solidFill>
                <a:schemeClr val="bg1"/>
              </a:solidFill>
            </a:endParaRPr>
          </a:p>
          <a:p>
            <a:r>
              <a:rPr lang="en-US" sz="2000">
                <a:solidFill>
                  <a:schemeClr val="bg1"/>
                </a:solidFill>
              </a:rPr>
              <a:t>Implementing core features like user authentication, chip data access, and a contact form</a:t>
            </a:r>
            <a:endParaRPr lang="lv-LV" sz="2000">
              <a:solidFill>
                <a:schemeClr val="bg1"/>
              </a:solidFill>
            </a:endParaRPr>
          </a:p>
          <a:p>
            <a:r>
              <a:rPr lang="en-US" sz="2000">
                <a:solidFill>
                  <a:schemeClr val="bg1"/>
                </a:solidFill>
              </a:rPr>
              <a:t>Creating a basic admin backend for site management</a:t>
            </a:r>
            <a:endParaRPr lang="lv-LV" sz="2000">
              <a:solidFill>
                <a:schemeClr val="bg1"/>
              </a:solidFill>
            </a:endParaRPr>
          </a:p>
          <a:p>
            <a:r>
              <a:rPr lang="en-US" sz="2000">
                <a:solidFill>
                  <a:schemeClr val="bg1"/>
                </a:solidFill>
              </a:rPr>
              <a:t>Ensuring a clean and professional visual design aligned with the automotive theme</a:t>
            </a:r>
          </a:p>
        </p:txBody>
      </p:sp>
      <p:grpSp>
        <p:nvGrpSpPr>
          <p:cNvPr id="28" name="Graphic 185">
            <a:extLst>
              <a:ext uri="{FF2B5EF4-FFF2-40B4-BE49-F238E27FC236}">
                <a16:creationId xmlns:a16="http://schemas.microsoft.com/office/drawing/2014/main" id="{3773FAF5-C452-4455-9411-D6AF5EBD4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812239" y="6139464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ECA0D96-F63C-4F7B-BE16-0F3FE76D7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4F83A81-0546-400A-918A-90C9C48B81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741F692-A5B6-4215-86D9-B1FD4FF26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CC0876CB-9C60-4580-8FED-CD64EC7664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879B3B7-48DB-4D3A-BB33-02766EAD3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757479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677BAFB-3BD3-41BB-9107-FAE224AE2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6823A9B-C188-42D4-847C-3AD928DB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42784" y="253140"/>
            <a:ext cx="6184555" cy="6184555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4B557F3-1A0C-4749-A6DB-EAC082DF3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24848" y="253140"/>
            <a:ext cx="6184555" cy="6184555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5D55AA6-3751-494F-868A-DCEDC5CE82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03723" y="136525"/>
            <a:ext cx="6184555" cy="6184555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952B20-B83B-2DD1-9CD0-774C2EB61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1400" y="965580"/>
            <a:ext cx="5204489" cy="316059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Thank you for  your attention</a:t>
            </a:r>
          </a:p>
        </p:txBody>
      </p:sp>
      <p:sp>
        <p:nvSpPr>
          <p:cNvPr id="15" name="Graphic 212">
            <a:extLst>
              <a:ext uri="{FF2B5EF4-FFF2-40B4-BE49-F238E27FC236}">
                <a16:creationId xmlns:a16="http://schemas.microsoft.com/office/drawing/2014/main" id="{4D4C00DC-4DC6-4CD2-9E31-F17E6CEBC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56275" y="975977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  <p:sp>
        <p:nvSpPr>
          <p:cNvPr id="17" name="Graphic 212">
            <a:extLst>
              <a:ext uri="{FF2B5EF4-FFF2-40B4-BE49-F238E27FC236}">
                <a16:creationId xmlns:a16="http://schemas.microsoft.com/office/drawing/2014/main" id="{D82AB1B2-7970-42CF-8BF5-567C69E9FF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56275" y="975977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  <p:grpSp>
        <p:nvGrpSpPr>
          <p:cNvPr id="19" name="Graphic 190">
            <a:extLst>
              <a:ext uri="{FF2B5EF4-FFF2-40B4-BE49-F238E27FC236}">
                <a16:creationId xmlns:a16="http://schemas.microsoft.com/office/drawing/2014/main" id="{66FB5A75-BDE2-4F12-A95B-C48788A76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80947" y="1755501"/>
            <a:ext cx="1598829" cy="531293"/>
            <a:chOff x="2504802" y="1755501"/>
            <a:chExt cx="1598829" cy="531293"/>
          </a:xfrm>
          <a:solidFill>
            <a:schemeClr val="bg1"/>
          </a:solidFill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DC86CBC8-A814-4C0C-A287-7C549693D2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2113855"/>
              <a:ext cx="1598614" cy="172939"/>
            </a:xfrm>
            <a:custGeom>
              <a:avLst/>
              <a:gdLst>
                <a:gd name="connsiteX0" fmla="*/ 1248648 w 1598614"/>
                <a:gd name="connsiteY0" fmla="*/ 172939 h 172939"/>
                <a:gd name="connsiteX1" fmla="*/ 1123031 w 1598614"/>
                <a:gd name="connsiteY1" fmla="*/ 92708 h 172939"/>
                <a:gd name="connsiteX2" fmla="*/ 1024085 w 1598614"/>
                <a:gd name="connsiteY2" fmla="*/ 29469 h 172939"/>
                <a:gd name="connsiteX3" fmla="*/ 925140 w 1598614"/>
                <a:gd name="connsiteY3" fmla="*/ 92708 h 172939"/>
                <a:gd name="connsiteX4" fmla="*/ 799522 w 1598614"/>
                <a:gd name="connsiteY4" fmla="*/ 172939 h 172939"/>
                <a:gd name="connsiteX5" fmla="*/ 799522 w 1598614"/>
                <a:gd name="connsiteY5" fmla="*/ 172939 h 172939"/>
                <a:gd name="connsiteX6" fmla="*/ 673905 w 1598614"/>
                <a:gd name="connsiteY6" fmla="*/ 92708 h 172939"/>
                <a:gd name="connsiteX7" fmla="*/ 574959 w 1598614"/>
                <a:gd name="connsiteY7" fmla="*/ 29469 h 172939"/>
                <a:gd name="connsiteX8" fmla="*/ 476014 w 1598614"/>
                <a:gd name="connsiteY8" fmla="*/ 92708 h 172939"/>
                <a:gd name="connsiteX9" fmla="*/ 350396 w 1598614"/>
                <a:gd name="connsiteY9" fmla="*/ 172939 h 172939"/>
                <a:gd name="connsiteX10" fmla="*/ 224778 w 1598614"/>
                <a:gd name="connsiteY10" fmla="*/ 92708 h 172939"/>
                <a:gd name="connsiteX11" fmla="*/ 125833 w 1598614"/>
                <a:gd name="connsiteY11" fmla="*/ 29469 h 172939"/>
                <a:gd name="connsiteX12" fmla="*/ 26887 w 1598614"/>
                <a:gd name="connsiteY12" fmla="*/ 92708 h 172939"/>
                <a:gd name="connsiteX13" fmla="*/ 0 w 1598614"/>
                <a:gd name="connsiteY13" fmla="*/ 80232 h 172939"/>
                <a:gd name="connsiteX14" fmla="*/ 125618 w 1598614"/>
                <a:gd name="connsiteY14" fmla="*/ 0 h 172939"/>
                <a:gd name="connsiteX15" fmla="*/ 251235 w 1598614"/>
                <a:gd name="connsiteY15" fmla="*/ 80232 h 172939"/>
                <a:gd name="connsiteX16" fmla="*/ 350181 w 1598614"/>
                <a:gd name="connsiteY16" fmla="*/ 143471 h 172939"/>
                <a:gd name="connsiteX17" fmla="*/ 449126 w 1598614"/>
                <a:gd name="connsiteY17" fmla="*/ 80232 h 172939"/>
                <a:gd name="connsiteX18" fmla="*/ 574744 w 1598614"/>
                <a:gd name="connsiteY18" fmla="*/ 0 h 172939"/>
                <a:gd name="connsiteX19" fmla="*/ 700362 w 1598614"/>
                <a:gd name="connsiteY19" fmla="*/ 80232 h 172939"/>
                <a:gd name="connsiteX20" fmla="*/ 799307 w 1598614"/>
                <a:gd name="connsiteY20" fmla="*/ 143471 h 172939"/>
                <a:gd name="connsiteX21" fmla="*/ 799307 w 1598614"/>
                <a:gd name="connsiteY21" fmla="*/ 143471 h 172939"/>
                <a:gd name="connsiteX22" fmla="*/ 898253 w 1598614"/>
                <a:gd name="connsiteY22" fmla="*/ 80232 h 172939"/>
                <a:gd name="connsiteX23" fmla="*/ 1023870 w 1598614"/>
                <a:gd name="connsiteY23" fmla="*/ 0 h 172939"/>
                <a:gd name="connsiteX24" fmla="*/ 1149488 w 1598614"/>
                <a:gd name="connsiteY24" fmla="*/ 80232 h 172939"/>
                <a:gd name="connsiteX25" fmla="*/ 1248433 w 1598614"/>
                <a:gd name="connsiteY25" fmla="*/ 143471 h 172939"/>
                <a:gd name="connsiteX26" fmla="*/ 1347379 w 1598614"/>
                <a:gd name="connsiteY26" fmla="*/ 80232 h 172939"/>
                <a:gd name="connsiteX27" fmla="*/ 1472997 w 1598614"/>
                <a:gd name="connsiteY27" fmla="*/ 0 h 172939"/>
                <a:gd name="connsiteX28" fmla="*/ 1598614 w 1598614"/>
                <a:gd name="connsiteY28" fmla="*/ 80232 h 172939"/>
                <a:gd name="connsiteX29" fmla="*/ 1571942 w 1598614"/>
                <a:gd name="connsiteY29" fmla="*/ 92708 h 172939"/>
                <a:gd name="connsiteX30" fmla="*/ 1472997 w 1598614"/>
                <a:gd name="connsiteY30" fmla="*/ 29469 h 172939"/>
                <a:gd name="connsiteX31" fmla="*/ 1374051 w 1598614"/>
                <a:gd name="connsiteY31" fmla="*/ 92708 h 172939"/>
                <a:gd name="connsiteX32" fmla="*/ 1248648 w 1598614"/>
                <a:gd name="connsiteY32" fmla="*/ 172939 h 17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614" h="172939">
                  <a:moveTo>
                    <a:pt x="1248648" y="172939"/>
                  </a:moveTo>
                  <a:cubicBezTo>
                    <a:pt x="1194229" y="172939"/>
                    <a:pt x="1146046" y="142180"/>
                    <a:pt x="1123031" y="92708"/>
                  </a:cubicBezTo>
                  <a:cubicBezTo>
                    <a:pt x="1104962" y="53775"/>
                    <a:pt x="1067105" y="29469"/>
                    <a:pt x="1024085" y="29469"/>
                  </a:cubicBezTo>
                  <a:cubicBezTo>
                    <a:pt x="981066" y="29469"/>
                    <a:pt x="943208" y="53775"/>
                    <a:pt x="925140" y="92708"/>
                  </a:cubicBezTo>
                  <a:cubicBezTo>
                    <a:pt x="902124" y="142180"/>
                    <a:pt x="853942" y="172939"/>
                    <a:pt x="799522" y="172939"/>
                  </a:cubicBezTo>
                  <a:cubicBezTo>
                    <a:pt x="799522" y="172939"/>
                    <a:pt x="799522" y="172939"/>
                    <a:pt x="799522" y="172939"/>
                  </a:cubicBezTo>
                  <a:cubicBezTo>
                    <a:pt x="744887" y="172939"/>
                    <a:pt x="696920" y="142180"/>
                    <a:pt x="673905" y="92708"/>
                  </a:cubicBezTo>
                  <a:cubicBezTo>
                    <a:pt x="655836" y="53775"/>
                    <a:pt x="617979" y="29469"/>
                    <a:pt x="574959" y="29469"/>
                  </a:cubicBezTo>
                  <a:cubicBezTo>
                    <a:pt x="531939" y="29469"/>
                    <a:pt x="494082" y="53775"/>
                    <a:pt x="476014" y="92708"/>
                  </a:cubicBezTo>
                  <a:cubicBezTo>
                    <a:pt x="452998" y="142180"/>
                    <a:pt x="405031" y="172939"/>
                    <a:pt x="350396" y="172939"/>
                  </a:cubicBezTo>
                  <a:cubicBezTo>
                    <a:pt x="295976" y="172939"/>
                    <a:pt x="247794" y="142180"/>
                    <a:pt x="224778" y="92708"/>
                  </a:cubicBezTo>
                  <a:cubicBezTo>
                    <a:pt x="206710" y="53775"/>
                    <a:pt x="168853" y="29469"/>
                    <a:pt x="125833" y="29469"/>
                  </a:cubicBezTo>
                  <a:cubicBezTo>
                    <a:pt x="82813" y="29469"/>
                    <a:pt x="44956" y="53775"/>
                    <a:pt x="26887" y="92708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268" y="30759"/>
                    <a:pt x="969235" y="0"/>
                    <a:pt x="1023870" y="0"/>
                  </a:cubicBezTo>
                  <a:cubicBezTo>
                    <a:pt x="1078505" y="0"/>
                    <a:pt x="1126472" y="30759"/>
                    <a:pt x="1149488" y="80232"/>
                  </a:cubicBezTo>
                  <a:cubicBezTo>
                    <a:pt x="1167556" y="119165"/>
                    <a:pt x="1205414" y="143471"/>
                    <a:pt x="1248433" y="143471"/>
                  </a:cubicBezTo>
                  <a:cubicBezTo>
                    <a:pt x="1291453" y="143471"/>
                    <a:pt x="1329311" y="119165"/>
                    <a:pt x="1347379" y="80232"/>
                  </a:cubicBezTo>
                  <a:cubicBezTo>
                    <a:pt x="1370394" y="30759"/>
                    <a:pt x="1418361" y="0"/>
                    <a:pt x="1472997" y="0"/>
                  </a:cubicBezTo>
                  <a:cubicBezTo>
                    <a:pt x="1527632" y="0"/>
                    <a:pt x="1575814" y="30759"/>
                    <a:pt x="1598614" y="80232"/>
                  </a:cubicBezTo>
                  <a:lnTo>
                    <a:pt x="1571942" y="92708"/>
                  </a:lnTo>
                  <a:cubicBezTo>
                    <a:pt x="1553874" y="53775"/>
                    <a:pt x="1515801" y="29469"/>
                    <a:pt x="1472997" y="29469"/>
                  </a:cubicBezTo>
                  <a:cubicBezTo>
                    <a:pt x="1429977" y="29469"/>
                    <a:pt x="1392119" y="53775"/>
                    <a:pt x="1374051" y="92708"/>
                  </a:cubicBezTo>
                  <a:cubicBezTo>
                    <a:pt x="1351251" y="142180"/>
                    <a:pt x="1303069" y="172939"/>
                    <a:pt x="1248648" y="172939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AA52F4F-14E6-402F-A196-668B9CA9B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1755501"/>
              <a:ext cx="1598829" cy="172724"/>
            </a:xfrm>
            <a:custGeom>
              <a:avLst/>
              <a:gdLst>
                <a:gd name="connsiteX0" fmla="*/ 1248648 w 1598829"/>
                <a:gd name="connsiteY0" fmla="*/ 172724 h 172724"/>
                <a:gd name="connsiteX1" fmla="*/ 1123031 w 1598829"/>
                <a:gd name="connsiteY1" fmla="*/ 92492 h 172724"/>
                <a:gd name="connsiteX2" fmla="*/ 1024085 w 1598829"/>
                <a:gd name="connsiteY2" fmla="*/ 29253 h 172724"/>
                <a:gd name="connsiteX3" fmla="*/ 925140 w 1598829"/>
                <a:gd name="connsiteY3" fmla="*/ 92492 h 172724"/>
                <a:gd name="connsiteX4" fmla="*/ 799522 w 1598829"/>
                <a:gd name="connsiteY4" fmla="*/ 172724 h 172724"/>
                <a:gd name="connsiteX5" fmla="*/ 799522 w 1598829"/>
                <a:gd name="connsiteY5" fmla="*/ 172724 h 172724"/>
                <a:gd name="connsiteX6" fmla="*/ 673905 w 1598829"/>
                <a:gd name="connsiteY6" fmla="*/ 92492 h 172724"/>
                <a:gd name="connsiteX7" fmla="*/ 574959 w 1598829"/>
                <a:gd name="connsiteY7" fmla="*/ 29253 h 172724"/>
                <a:gd name="connsiteX8" fmla="*/ 476014 w 1598829"/>
                <a:gd name="connsiteY8" fmla="*/ 92492 h 172724"/>
                <a:gd name="connsiteX9" fmla="*/ 350396 w 1598829"/>
                <a:gd name="connsiteY9" fmla="*/ 172724 h 172724"/>
                <a:gd name="connsiteX10" fmla="*/ 224778 w 1598829"/>
                <a:gd name="connsiteY10" fmla="*/ 92492 h 172724"/>
                <a:gd name="connsiteX11" fmla="*/ 125833 w 1598829"/>
                <a:gd name="connsiteY11" fmla="*/ 29253 h 172724"/>
                <a:gd name="connsiteX12" fmla="*/ 26887 w 1598829"/>
                <a:gd name="connsiteY12" fmla="*/ 92492 h 172724"/>
                <a:gd name="connsiteX13" fmla="*/ 0 w 1598829"/>
                <a:gd name="connsiteY13" fmla="*/ 80232 h 172724"/>
                <a:gd name="connsiteX14" fmla="*/ 125618 w 1598829"/>
                <a:gd name="connsiteY14" fmla="*/ 0 h 172724"/>
                <a:gd name="connsiteX15" fmla="*/ 251235 w 1598829"/>
                <a:gd name="connsiteY15" fmla="*/ 80232 h 172724"/>
                <a:gd name="connsiteX16" fmla="*/ 350181 w 1598829"/>
                <a:gd name="connsiteY16" fmla="*/ 143471 h 172724"/>
                <a:gd name="connsiteX17" fmla="*/ 449126 w 1598829"/>
                <a:gd name="connsiteY17" fmla="*/ 80232 h 172724"/>
                <a:gd name="connsiteX18" fmla="*/ 574744 w 1598829"/>
                <a:gd name="connsiteY18" fmla="*/ 0 h 172724"/>
                <a:gd name="connsiteX19" fmla="*/ 700362 w 1598829"/>
                <a:gd name="connsiteY19" fmla="*/ 80232 h 172724"/>
                <a:gd name="connsiteX20" fmla="*/ 799307 w 1598829"/>
                <a:gd name="connsiteY20" fmla="*/ 143471 h 172724"/>
                <a:gd name="connsiteX21" fmla="*/ 799307 w 1598829"/>
                <a:gd name="connsiteY21" fmla="*/ 143471 h 172724"/>
                <a:gd name="connsiteX22" fmla="*/ 898253 w 1598829"/>
                <a:gd name="connsiteY22" fmla="*/ 80232 h 172724"/>
                <a:gd name="connsiteX23" fmla="*/ 1024085 w 1598829"/>
                <a:gd name="connsiteY23" fmla="*/ 0 h 172724"/>
                <a:gd name="connsiteX24" fmla="*/ 1149703 w 1598829"/>
                <a:gd name="connsiteY24" fmla="*/ 80232 h 172724"/>
                <a:gd name="connsiteX25" fmla="*/ 1248648 w 1598829"/>
                <a:gd name="connsiteY25" fmla="*/ 143471 h 172724"/>
                <a:gd name="connsiteX26" fmla="*/ 1347594 w 1598829"/>
                <a:gd name="connsiteY26" fmla="*/ 80232 h 172724"/>
                <a:gd name="connsiteX27" fmla="*/ 1473212 w 1598829"/>
                <a:gd name="connsiteY27" fmla="*/ 0 h 172724"/>
                <a:gd name="connsiteX28" fmla="*/ 1598829 w 1598829"/>
                <a:gd name="connsiteY28" fmla="*/ 80232 h 172724"/>
                <a:gd name="connsiteX29" fmla="*/ 1572157 w 1598829"/>
                <a:gd name="connsiteY29" fmla="*/ 92492 h 172724"/>
                <a:gd name="connsiteX30" fmla="*/ 1473212 w 1598829"/>
                <a:gd name="connsiteY30" fmla="*/ 29253 h 172724"/>
                <a:gd name="connsiteX31" fmla="*/ 1374266 w 1598829"/>
                <a:gd name="connsiteY31" fmla="*/ 92492 h 172724"/>
                <a:gd name="connsiteX32" fmla="*/ 1248648 w 1598829"/>
                <a:gd name="connsiteY32" fmla="*/ 172724 h 17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829" h="172724">
                  <a:moveTo>
                    <a:pt x="1248648" y="172724"/>
                  </a:moveTo>
                  <a:cubicBezTo>
                    <a:pt x="1194229" y="172724"/>
                    <a:pt x="1146046" y="141965"/>
                    <a:pt x="1123031" y="92492"/>
                  </a:cubicBezTo>
                  <a:cubicBezTo>
                    <a:pt x="1104962" y="53560"/>
                    <a:pt x="1067105" y="29253"/>
                    <a:pt x="1024085" y="29253"/>
                  </a:cubicBezTo>
                  <a:cubicBezTo>
                    <a:pt x="981066" y="29253"/>
                    <a:pt x="943208" y="53560"/>
                    <a:pt x="925140" y="92492"/>
                  </a:cubicBezTo>
                  <a:cubicBezTo>
                    <a:pt x="902124" y="141965"/>
                    <a:pt x="853942" y="172724"/>
                    <a:pt x="799522" y="172724"/>
                  </a:cubicBezTo>
                  <a:cubicBezTo>
                    <a:pt x="799522" y="172724"/>
                    <a:pt x="799522" y="172724"/>
                    <a:pt x="799522" y="172724"/>
                  </a:cubicBezTo>
                  <a:cubicBezTo>
                    <a:pt x="744887" y="172724"/>
                    <a:pt x="696920" y="141965"/>
                    <a:pt x="673905" y="92492"/>
                  </a:cubicBezTo>
                  <a:cubicBezTo>
                    <a:pt x="655836" y="53560"/>
                    <a:pt x="617979" y="29253"/>
                    <a:pt x="574959" y="29253"/>
                  </a:cubicBezTo>
                  <a:cubicBezTo>
                    <a:pt x="531939" y="29253"/>
                    <a:pt x="494082" y="53560"/>
                    <a:pt x="476014" y="92492"/>
                  </a:cubicBezTo>
                  <a:cubicBezTo>
                    <a:pt x="452998" y="141965"/>
                    <a:pt x="405031" y="172724"/>
                    <a:pt x="350396" y="172724"/>
                  </a:cubicBezTo>
                  <a:cubicBezTo>
                    <a:pt x="295976" y="172724"/>
                    <a:pt x="247794" y="141965"/>
                    <a:pt x="224778" y="92492"/>
                  </a:cubicBezTo>
                  <a:cubicBezTo>
                    <a:pt x="206710" y="53560"/>
                    <a:pt x="168853" y="29253"/>
                    <a:pt x="125833" y="29253"/>
                  </a:cubicBezTo>
                  <a:cubicBezTo>
                    <a:pt x="82813" y="29253"/>
                    <a:pt x="44956" y="53560"/>
                    <a:pt x="26887" y="92492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483" y="30759"/>
                    <a:pt x="969450" y="0"/>
                    <a:pt x="1024085" y="0"/>
                  </a:cubicBezTo>
                  <a:cubicBezTo>
                    <a:pt x="1078720" y="0"/>
                    <a:pt x="1126688" y="30759"/>
                    <a:pt x="1149703" y="80232"/>
                  </a:cubicBezTo>
                  <a:cubicBezTo>
                    <a:pt x="1167771" y="119165"/>
                    <a:pt x="1205629" y="143471"/>
                    <a:pt x="1248648" y="143471"/>
                  </a:cubicBezTo>
                  <a:cubicBezTo>
                    <a:pt x="1291668" y="143471"/>
                    <a:pt x="1329526" y="119165"/>
                    <a:pt x="1347594" y="80232"/>
                  </a:cubicBezTo>
                  <a:cubicBezTo>
                    <a:pt x="1370610" y="30759"/>
                    <a:pt x="1418792" y="0"/>
                    <a:pt x="1473212" y="0"/>
                  </a:cubicBezTo>
                  <a:cubicBezTo>
                    <a:pt x="1527847" y="0"/>
                    <a:pt x="1576029" y="30759"/>
                    <a:pt x="1598829" y="80232"/>
                  </a:cubicBezTo>
                  <a:lnTo>
                    <a:pt x="1572157" y="92492"/>
                  </a:lnTo>
                  <a:cubicBezTo>
                    <a:pt x="1554089" y="53560"/>
                    <a:pt x="1516016" y="29253"/>
                    <a:pt x="1473212" y="29253"/>
                  </a:cubicBezTo>
                  <a:cubicBezTo>
                    <a:pt x="1430192" y="29253"/>
                    <a:pt x="1392335" y="53560"/>
                    <a:pt x="1374266" y="92492"/>
                  </a:cubicBezTo>
                  <a:cubicBezTo>
                    <a:pt x="1351251" y="141965"/>
                    <a:pt x="1303069" y="172724"/>
                    <a:pt x="1248648" y="172724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C10FB9CA-E7FA-462C-B537-F1224ED1AC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9820" y="4236107"/>
            <a:ext cx="510988" cy="510988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8469AE7-A75B-4F37-850B-EF5974ABED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9820" y="4236107"/>
            <a:ext cx="510988" cy="510988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27" name="Graphic 4">
            <a:extLst>
              <a:ext uri="{FF2B5EF4-FFF2-40B4-BE49-F238E27FC236}">
                <a16:creationId xmlns:a16="http://schemas.microsoft.com/office/drawing/2014/main" id="{63301095-70B2-49AA-8DA9-A35629AD6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597506" y="4175798"/>
            <a:ext cx="1861486" cy="1861665"/>
            <a:chOff x="5734053" y="3067000"/>
            <a:chExt cx="724484" cy="724549"/>
          </a:xfrm>
          <a:solidFill>
            <a:schemeClr val="bg1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218E08C-0BEA-45C2-8C09-4141DDDA0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067000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32F6090-14E0-44C6-B9FC-C91047BCDC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DB9402B-335C-4892-9E7C-C400E95BE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E7A4371D-4448-409A-93F3-0C92E3EBD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780149CB-4B8F-4FD1-AC5E-25670C9EA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2D49A1A-35B0-4620-9D1E-A782A0E97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FF46F08-B1E4-44C1-BD4A-4191D6EAD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8DB16610-3D81-4E5C-850D-5D1245C0DC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12624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E05501B2-83AC-4299-BE5A-8CA16B408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12624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07CF1B90-3B3A-403E-A94F-8B82945D07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6A1CBA9-4AC1-4C42-9429-3FF31DF282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21318D9B-FD39-402A-ADFA-0E6CC789A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333FB08F-B346-47C0-A7CD-1DE53E6C0D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12624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893AD6F2-6408-4A8E-9749-CB7388EF3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15D9D2F-1568-4BE3-A54A-69F52492B0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185393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9AB547A7-0D80-491F-98B4-C6B7CC4FC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185393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7E2693CD-DAF5-4B26-9A2F-17673BF31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A96EEE12-952A-4693-B161-D7071D601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F4228DCC-1611-4BDC-90AA-231F67EB11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DA163C3C-D3DF-461F-B6A8-90C7C227D1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185393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D021D29-2980-41C3-AB83-DA93C105BC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AC09C1FA-1A9D-49A7-9D73-8B777140A3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244637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0B8D8CD4-7B9B-48A5-BC59-0CB859354F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244635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224D0A27-A8B0-4020-9399-24127726E6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68E8EBA-9F8C-4650-B9BE-38A0A56BC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6A460BB3-2605-4AA2-AE1D-B9FB61EBF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1E2E38EE-DBBE-4CC1-9498-E7193E1B28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24463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F191D5C-7D2A-4408-A8F2-389D2360F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08F7193B-B379-4921-9F17-1841D5061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303786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4C5E53C-6003-4F74-B1CA-C7EA1E499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CB97B2B1-1CF5-46A5-940D-AB8F57F590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783F4F1-D8CE-4453-B79B-AD976E272C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6A7A4C9-F24F-4F00-A2FA-29E788A091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B694A32-59D6-46E3-8CE4-E4C485C2CB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983EBB4C-28FF-41C6-90D6-5F30FC086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0707659D-8AE9-49B5-AB29-ECC099F49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363031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5C987ECC-9573-46EA-9C4A-7C3CAE3938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36302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4DAF6708-18C2-4082-B024-6CEA32AE01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72CBB5AE-39E2-4D9B-A834-64D31B0032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92DE98-77BF-4E8E-AEB4-1934207BAE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AF5D9A0-BA94-4D2B-8479-26C55355B6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363031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CAA6A8E-7ACF-4EF7-AAD6-734A009DCF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3DD3695-F212-4BAD-BBB3-EC1F624740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422181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AB1B3ECB-7594-4C5C-B62B-E686C0A89E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4221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5EE54C3C-D9E5-4782-B8F6-058EB2D63E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EAE78EEE-DC43-44E1-AB47-ACB80F94B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847D67EF-1141-4582-866E-FE02FB2360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99ECC931-60A1-4628-A34B-4B68DA3CC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4221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A587D2BE-3417-44AE-BEEF-57F88CEC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FCEB2ED3-A08D-4286-B75D-893289F3F3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7C7DB7BB-8173-4377-85B0-032B7BDAB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3EF69B4-3F48-4509-8BF8-926E23BC1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C1A86650-1EF5-46E3-885D-96985105A8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47EBBDE2-BD90-481F-A671-34E2186FB0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87DAF1CB-838D-4C5C-8FB7-76BF677FE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64573DA8-D2F3-4644-AC79-83843615C4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12624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41AB53B8-0D5C-44BD-A2A9-ABBF659E1F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29B7FA60-B453-4877-8D47-CA1209DF9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A6D2414-BCCC-40E8-B990-47642EFE96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B0F37C2B-B7E6-420D-AD39-3AE4A2FBE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12624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F6417E45-D7FC-40B8-AD49-941B28D18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12624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A8D1963-0C59-476C-AAFA-A7AF4FF508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18539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6BE777A9-EC29-46FC-AD21-AC7FD89B1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63BA1CE-93FB-42C7-8381-765E50023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7F30F275-ADC8-4FD1-8B4B-673B37517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DB20529C-F2DD-4607-8DEE-19A932968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B8029A9A-DFF9-49CE-8CEE-95A6695F39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185391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822C2EC-B05D-4CE6-9D59-164769D0E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244634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53A0760F-F576-4A97-94AF-8BBE590844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CA76721C-646A-4910-AD1A-BE6B67767C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065D4766-CAEC-4074-A9E2-6110A1238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4F1A0AC6-319D-49D8-A4FB-17A70E8E8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79502B48-2B92-45BF-B9AC-1102B38078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24463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6363AFA7-321F-431C-B2FD-ADCB4D24B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33EDDE1B-7379-4973-8CFD-F3C737104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1F20B58A-2DB8-46B2-9E93-9C8C817DCD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5A3EF12-3DA1-4505-A44B-1B9634887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5B08812B-9264-47E7-8EC8-1233869F6B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2A29F226-A243-410B-BEE4-EBA9DD76F8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30378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9DF57348-F837-475C-A7AA-3C7210041E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363028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1E41B89A-9A45-4947-ADB0-9400400498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6C1F1525-32BC-46E1-84E6-C2BB88730B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C73A8972-BA44-40C6-B045-83E78C4D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C196E956-03D1-4F79-826A-A2F5E3DEF1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36302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ADA7B07B-EAC8-4FA5-B14F-3ABF8BA7A2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363029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93C28672-FF9E-4FE0-AC47-2FDD26CD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4221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E347BAB3-EA9C-4ADD-AE5E-28F2E3C538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4221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321920C4-EE31-4F03-A0D5-A280D3F4B1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4221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6EBB3D05-4C78-4F10-8D03-8909DBCFB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42217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FC65F531-84E4-463F-8791-EB6EDFA63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4221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A63BB6A3-D482-43F2-9F5F-20E163CC44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ABDCCD34-EB5D-4194-8A28-1424E98AE4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481330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F058544E-163D-4FFF-9A69-0B3A3F2D66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48133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11041486-0577-4F0E-8DD5-5E20E26729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11099-C84E-43AC-9F20-92460E1708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E598FB87-8AFF-4C56-9E2C-776F4641E9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7701E761-16DE-4350-9718-DD81B37FB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48133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552E747F-E415-4348-A11A-4CABCB64B5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C6472F13-E6DE-4469-9563-F478261B6E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54057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5C72FE15-910B-4622-A14C-AFA2DFCC02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540575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BAB8F759-DEFA-4D35-B76E-6D3034FB77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A1BBCEBD-DCE2-4354-B878-49ABEC367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CBB3A18-0021-403F-8E24-8805829B4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8FDF7AAC-1EC6-4409-90AB-DBB984883D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540575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5B9999E8-7D25-4049-8328-685B556DC6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E77FC8A9-DEAE-424D-B460-12E0F3268D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5997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54F9C69A-0DCF-444A-B970-32B412048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5997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BD94DDA-54FF-48EE-9DAC-C0EA6F91D4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E18A6989-0132-4CB7-BB68-EEBC4E080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A1357332-D19F-4C2B-B474-21D5539B90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295C7590-8B80-428C-95A9-638B26542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5997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CA0E8A31-7520-4726-9D96-43BA87407E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9407EEE0-5D8E-4CCC-A91B-0CB523227C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3" y="3658968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3799DFCC-868B-4257-B530-8E8D616CC5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99" y="365896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F7F5EEB5-FE82-45A8-97C4-88460ABAFB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49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CD76E4C7-EB07-499D-9BC3-FF39C8B61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86EFDF8D-E5F7-4EB8-B8DA-3CC7E21D88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5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2CA6506B-EACA-4FB2-81AB-E028F44786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0" y="365896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193E4771-2787-4901-93D8-7E90F3F479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0EA31773-15F1-4605-8787-6891ABB211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718118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302C213-2CD5-4168-9534-111E6E81A8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71811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B9B36C24-2336-41FD-BAC4-6CD69DFD55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CA3AFAFE-D376-4A7B-928B-833531472D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6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7C685A00-A4F7-4250-BAAA-70978DADE4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E52682F3-EDD5-4BDC-BB19-A4540873A8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71811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2C5E1880-CFBA-4547-9C23-6D2C433048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439AAF4F-2AAD-4A02-A7FA-FE28D52869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7" y="3777362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05614144-9309-41ED-8E05-839A6EEFF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1" y="377736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24324D6F-A81D-45F2-BA36-C53F1AB0C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3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6B00668D-07BC-47CF-9D1E-F94EC7C56F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701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BCF78A89-29F2-4973-8463-DF3C57EFB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54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F5BCB645-FB02-40FC-99A4-06CA3F1B28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102" y="377736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F6115A3A-2FBE-4633-A426-37D05BC07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50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AEFD8D2F-B95A-4C0A-AE85-53171B29F5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481330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4DD4F397-1F35-4E06-8EC1-8F58C51912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B031E5E0-C77D-49F7-ADF2-258D23052D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3F044DE9-FE64-4C30-8191-7E1547880C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9B18BCEB-85ED-4077-ACB7-FEB2F644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00C0927E-2CCF-4F8E-8A54-22B8A93C97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48132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D0C3350E-04F5-4FED-9991-4DD964E09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54057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F43D0338-A6C9-4866-8D0C-072664518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5405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40EA171B-27E2-4100-9D5F-123CF6E7F9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54058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22FD540C-F3DF-40F5-B2BE-BBD113EF4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54058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57768D93-FAD4-4236-969B-B8EE8E88F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5405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0F5E0490-21C2-4EF6-950D-38814F32C2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540588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8E981C9B-710F-4034-AE82-28B1B07245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59973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CC62C2CC-DBAE-4877-8F55-02FE00AE81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D8F57D8B-1988-441F-9DAE-A525DA5E9D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6715F028-3A13-4D5F-86C4-74C0AD81D6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C6C9B50-47B3-44E7-B897-43D010A18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59973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F3F602F0-702E-4D5F-A4FC-0E602C02B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9F379870-B34C-4DFC-9F0A-BDAB8C89F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6589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641092AC-FED1-4D1D-B57C-0AC883CA95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EA8A0B5E-5BB1-46AF-AC31-7D3756F354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1C519384-2192-432B-B768-64B4BC2DA9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13C77A9D-44F0-4289-A611-D8AF81357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0A54AEDC-E418-4E02-A713-6CE30C0CDD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41" y="36589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24FECFE3-9F31-47B0-B17F-CF2A1CEE85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9" y="371813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68167DF4-8B16-419B-B7BA-2FD5FF6CC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50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A543D24F-44C0-4DDF-A30E-8C840754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5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63DEAE3C-3931-41EE-B4A1-F9385602BE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5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B11945CD-32F6-4C09-82AF-551051231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92" y="371812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109F44F-512F-4792-AED2-ECA80DDE16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40" y="37181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29B9E19B-BC56-46F2-BFFF-1688CEA55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777375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F573BDDE-4AED-43FB-B8D1-B5F3708931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50" y="377737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EFFDA684-6DFF-4629-830E-6F2ACAB8C3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6" y="377737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92E23250-6349-4726-AF61-08A57B3A2E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55" y="377735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8536AAE6-5497-4B0A-9C9F-4EAA1BB32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314" y="377745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52B72898-B9DE-4574-BB20-0C317954D4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2656515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294</Words>
  <Application>Microsoft Office PowerPoint</Application>
  <PresentationFormat>Widescreen</PresentationFormat>
  <Paragraphs>44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ProTune </vt:lpstr>
      <vt:lpstr>Purpose of website</vt:lpstr>
      <vt:lpstr>Target audience</vt:lpstr>
      <vt:lpstr>Goals</vt:lpstr>
      <vt:lpstr>Website structure</vt:lpstr>
      <vt:lpstr>Frontend</vt:lpstr>
      <vt:lpstr>Backend</vt:lpstr>
      <vt:lpstr>PowerPoint Presentation</vt:lpstr>
      <vt:lpstr>PowerPoint Presentation</vt:lpstr>
      <vt:lpstr>PowerPoint Presentation</vt:lpstr>
      <vt:lpstr>PowerPoint Presentation</vt:lpstr>
      <vt:lpstr>Key features</vt:lpstr>
      <vt:lpstr>Key features</vt:lpstr>
      <vt:lpstr>Key features</vt:lpstr>
      <vt:lpstr>Key features</vt:lpstr>
      <vt:lpstr>Security Considerations</vt:lpstr>
      <vt:lpstr>Potential improvements</vt:lpstr>
      <vt:lpstr>Conclusion</vt:lpstr>
      <vt:lpstr>Thank you for 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Kristers Jirgensons</dc:creator>
  <cp:lastModifiedBy>Kristers Jirgensons</cp:lastModifiedBy>
  <cp:revision>3</cp:revision>
  <dcterms:created xsi:type="dcterms:W3CDTF">2025-05-26T18:47:36Z</dcterms:created>
  <dcterms:modified xsi:type="dcterms:W3CDTF">2025-05-27T11:27:46Z</dcterms:modified>
</cp:coreProperties>
</file>